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44"/>
  </p:notesMasterIdLst>
  <p:handoutMasterIdLst>
    <p:handoutMasterId r:id="rId45"/>
  </p:handoutMasterIdLst>
  <p:sldIdLst>
    <p:sldId id="261" r:id="rId5"/>
    <p:sldId id="315" r:id="rId6"/>
    <p:sldId id="337" r:id="rId7"/>
    <p:sldId id="319" r:id="rId8"/>
    <p:sldId id="286" r:id="rId9"/>
    <p:sldId id="300" r:id="rId10"/>
    <p:sldId id="280" r:id="rId11"/>
    <p:sldId id="335" r:id="rId12"/>
    <p:sldId id="336" r:id="rId13"/>
    <p:sldId id="338" r:id="rId14"/>
    <p:sldId id="348" r:id="rId15"/>
    <p:sldId id="347" r:id="rId16"/>
    <p:sldId id="320" r:id="rId17"/>
    <p:sldId id="327" r:id="rId18"/>
    <p:sldId id="334" r:id="rId19"/>
    <p:sldId id="321" r:id="rId20"/>
    <p:sldId id="345" r:id="rId21"/>
    <p:sldId id="322" r:id="rId22"/>
    <p:sldId id="342" r:id="rId23"/>
    <p:sldId id="323" r:id="rId24"/>
    <p:sldId id="343" r:id="rId25"/>
    <p:sldId id="328" r:id="rId26"/>
    <p:sldId id="330" r:id="rId27"/>
    <p:sldId id="324" r:id="rId28"/>
    <p:sldId id="340" r:id="rId29"/>
    <p:sldId id="346" r:id="rId30"/>
    <p:sldId id="344" r:id="rId31"/>
    <p:sldId id="325" r:id="rId32"/>
    <p:sldId id="326" r:id="rId33"/>
    <p:sldId id="341" r:id="rId34"/>
    <p:sldId id="329" r:id="rId35"/>
    <p:sldId id="306" r:id="rId36"/>
    <p:sldId id="333" r:id="rId37"/>
    <p:sldId id="339" r:id="rId38"/>
    <p:sldId id="332" r:id="rId39"/>
    <p:sldId id="318" r:id="rId40"/>
    <p:sldId id="308" r:id="rId41"/>
    <p:sldId id="313" r:id="rId42"/>
    <p:sldId id="317" r:id="rId43"/>
  </p:sldIdLst>
  <p:sldSz cx="12192000" cy="6858000"/>
  <p:notesSz cx="6858000" cy="9144000"/>
  <p:defaultTextStyle>
    <a:defPPr rtl="0">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503A"/>
    <a:srgbClr val="E58C09"/>
    <a:srgbClr val="1D9BA1"/>
    <a:srgbClr val="87175F"/>
    <a:srgbClr val="43467B"/>
    <a:srgbClr val="EEEEEE"/>
    <a:srgbClr val="EEC621"/>
    <a:srgbClr val="AEA422"/>
    <a:srgbClr val="F69E1D"/>
    <a:srgbClr val="E19E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5CA598-6895-42B6-AD2B-21D0BA6C7787}" v="535" dt="2025-08-23T18:42:38.717"/>
  </p1510:revLst>
</p1510:revInfo>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4" autoAdjust="0"/>
  </p:normalViewPr>
  <p:slideViewPr>
    <p:cSldViewPr>
      <p:cViewPr varScale="1">
        <p:scale>
          <a:sx n="101" d="100"/>
          <a:sy n="101" d="100"/>
        </p:scale>
        <p:origin x="144" y="240"/>
      </p:cViewPr>
      <p:guideLst/>
    </p:cSldViewPr>
  </p:slideViewPr>
  <p:outlineViewPr>
    <p:cViewPr>
      <p:scale>
        <a:sx n="33" d="100"/>
        <a:sy n="33" d="100"/>
      </p:scale>
      <p:origin x="0" y="-20822"/>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86" d="100"/>
          <a:sy n="86" d="100"/>
        </p:scale>
        <p:origin x="3876"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Gutierrez" userId="cd3f08d5-9c8b-42a4-8255-4a0693b9fb32" providerId="ADAL" clId="{8C5CA598-6895-42B6-AD2B-21D0BA6C7787}"/>
    <pc:docChg chg="undo custSel addSld delSld modSld sldOrd">
      <pc:chgData name="Fabian Gutierrez" userId="cd3f08d5-9c8b-42a4-8255-4a0693b9fb32" providerId="ADAL" clId="{8C5CA598-6895-42B6-AD2B-21D0BA6C7787}" dt="2025-08-23T18:42:38.717" v="7848"/>
      <pc:docMkLst>
        <pc:docMk/>
      </pc:docMkLst>
      <pc:sldChg chg="addSp modSp mod">
        <pc:chgData name="Fabian Gutierrez" userId="cd3f08d5-9c8b-42a4-8255-4a0693b9fb32" providerId="ADAL" clId="{8C5CA598-6895-42B6-AD2B-21D0BA6C7787}" dt="2025-08-23T18:01:31.812" v="7790" actId="790"/>
        <pc:sldMkLst>
          <pc:docMk/>
          <pc:sldMk cId="3135228966" sldId="261"/>
        </pc:sldMkLst>
        <pc:spChg chg="mod">
          <ac:chgData name="Fabian Gutierrez" userId="cd3f08d5-9c8b-42a4-8255-4a0693b9fb32" providerId="ADAL" clId="{8C5CA598-6895-42B6-AD2B-21D0BA6C7787}" dt="2025-08-23T18:01:31.812" v="7790" actId="790"/>
          <ac:spMkLst>
            <pc:docMk/>
            <pc:sldMk cId="3135228966" sldId="261"/>
            <ac:spMk id="6" creationId="{3933031D-018B-489E-B613-2113C1CD2360}"/>
          </ac:spMkLst>
        </pc:spChg>
        <pc:spChg chg="mod">
          <ac:chgData name="Fabian Gutierrez" userId="cd3f08d5-9c8b-42a4-8255-4a0693b9fb32" providerId="ADAL" clId="{8C5CA598-6895-42B6-AD2B-21D0BA6C7787}" dt="2025-08-23T18:01:31.812" v="7790" actId="790"/>
          <ac:spMkLst>
            <pc:docMk/>
            <pc:sldMk cId="3135228966" sldId="261"/>
            <ac:spMk id="7" creationId="{606F8B2E-A7F5-4413-BEED-BFF7C3D9FF78}"/>
          </ac:spMkLst>
        </pc:spChg>
        <pc:spChg chg="mod">
          <ac:chgData name="Fabian Gutierrez" userId="cd3f08d5-9c8b-42a4-8255-4a0693b9fb32" providerId="ADAL" clId="{8C5CA598-6895-42B6-AD2B-21D0BA6C7787}" dt="2025-08-23T18:01:31.812" v="7790" actId="790"/>
          <ac:spMkLst>
            <pc:docMk/>
            <pc:sldMk cId="3135228966" sldId="261"/>
            <ac:spMk id="285" creationId="{C0BF9B80-F084-4423-8C1C-E79BE829875F}"/>
          </ac:spMkLst>
        </pc:spChg>
        <pc:spChg chg="mod">
          <ac:chgData name="Fabian Gutierrez" userId="cd3f08d5-9c8b-42a4-8255-4a0693b9fb32" providerId="ADAL" clId="{8C5CA598-6895-42B6-AD2B-21D0BA6C7787}" dt="2025-08-23T18:01:31.812" v="7790" actId="790"/>
          <ac:spMkLst>
            <pc:docMk/>
            <pc:sldMk cId="3135228966" sldId="261"/>
            <ac:spMk id="286" creationId="{9626180B-FF05-48CF-BFB3-C95C9B5DAB99}"/>
          </ac:spMkLst>
        </pc:spChg>
        <pc:picChg chg="add mod">
          <ac:chgData name="Fabian Gutierrez" userId="cd3f08d5-9c8b-42a4-8255-4a0693b9fb32" providerId="ADAL" clId="{8C5CA598-6895-42B6-AD2B-21D0BA6C7787}" dt="2025-07-30T21:55:05.998" v="89" actId="1076"/>
          <ac:picMkLst>
            <pc:docMk/>
            <pc:sldMk cId="3135228966" sldId="261"/>
            <ac:picMk id="3" creationId="{7228DB56-0E15-6956-3D41-9B9B54BC6BA1}"/>
          </ac:picMkLst>
        </pc:picChg>
        <pc:cxnChg chg="add mod">
          <ac:chgData name="Fabian Gutierrez" userId="cd3f08d5-9c8b-42a4-8255-4a0693b9fb32" providerId="ADAL" clId="{8C5CA598-6895-42B6-AD2B-21D0BA6C7787}" dt="2025-07-30T21:54:57.957" v="88" actId="1076"/>
          <ac:cxnSpMkLst>
            <pc:docMk/>
            <pc:sldMk cId="3135228966" sldId="261"/>
            <ac:cxnSpMk id="8" creationId="{1A29B59B-2F52-BCD2-E467-51A697A61603}"/>
          </ac:cxnSpMkLst>
        </pc:cxnChg>
      </pc:sldChg>
      <pc:sldChg chg="modSp del mod modShow">
        <pc:chgData name="Fabian Gutierrez" userId="cd3f08d5-9c8b-42a4-8255-4a0693b9fb32" providerId="ADAL" clId="{8C5CA598-6895-42B6-AD2B-21D0BA6C7787}" dt="2025-08-23T17:52:23.183" v="7669" actId="2696"/>
        <pc:sldMkLst>
          <pc:docMk/>
          <pc:sldMk cId="1074725472" sldId="273"/>
        </pc:sldMkLst>
        <pc:spChg chg="mod">
          <ac:chgData name="Fabian Gutierrez" userId="cd3f08d5-9c8b-42a4-8255-4a0693b9fb32" providerId="ADAL" clId="{8C5CA598-6895-42B6-AD2B-21D0BA6C7787}" dt="2025-08-23T17:44:34.600" v="7606" actId="790"/>
          <ac:spMkLst>
            <pc:docMk/>
            <pc:sldMk cId="1074725472" sldId="273"/>
            <ac:spMk id="2" creationId="{E4C965B6-7E38-4D37-8DC4-198F7E2181D5}"/>
          </ac:spMkLst>
        </pc:spChg>
        <pc:spChg chg="mod">
          <ac:chgData name="Fabian Gutierrez" userId="cd3f08d5-9c8b-42a4-8255-4a0693b9fb32" providerId="ADAL" clId="{8C5CA598-6895-42B6-AD2B-21D0BA6C7787}" dt="2025-08-23T17:44:34.600" v="7606" actId="790"/>
          <ac:spMkLst>
            <pc:docMk/>
            <pc:sldMk cId="1074725472" sldId="273"/>
            <ac:spMk id="12" creationId="{94C582A2-A406-4C9B-A3DA-BA4EECAB37AC}"/>
          </ac:spMkLst>
        </pc:spChg>
        <pc:spChg chg="mod">
          <ac:chgData name="Fabian Gutierrez" userId="cd3f08d5-9c8b-42a4-8255-4a0693b9fb32" providerId="ADAL" clId="{8C5CA598-6895-42B6-AD2B-21D0BA6C7787}" dt="2025-08-23T17:44:34.600" v="7606" actId="790"/>
          <ac:spMkLst>
            <pc:docMk/>
            <pc:sldMk cId="1074725472" sldId="273"/>
            <ac:spMk id="13" creationId="{556610ED-3E2D-4E6A-ABD0-150F203E6B46}"/>
          </ac:spMkLst>
        </pc:spChg>
        <pc:spChg chg="mod">
          <ac:chgData name="Fabian Gutierrez" userId="cd3f08d5-9c8b-42a4-8255-4a0693b9fb32" providerId="ADAL" clId="{8C5CA598-6895-42B6-AD2B-21D0BA6C7787}" dt="2025-08-23T17:44:34.600" v="7606" actId="790"/>
          <ac:spMkLst>
            <pc:docMk/>
            <pc:sldMk cId="1074725472" sldId="273"/>
            <ac:spMk id="18" creationId="{6E5B80C5-6B42-4867-88CC-660291DD3F8D}"/>
          </ac:spMkLst>
        </pc:spChg>
      </pc:sldChg>
      <pc:sldChg chg="addSp delSp modSp mod ord modClrScheme chgLayout">
        <pc:chgData name="Fabian Gutierrez" userId="cd3f08d5-9c8b-42a4-8255-4a0693b9fb32" providerId="ADAL" clId="{8C5CA598-6895-42B6-AD2B-21D0BA6C7787}" dt="2025-08-23T18:01:31.812" v="7790" actId="790"/>
        <pc:sldMkLst>
          <pc:docMk/>
          <pc:sldMk cId="2956204929" sldId="280"/>
        </pc:sldMkLst>
        <pc:spChg chg="mod ord">
          <ac:chgData name="Fabian Gutierrez" userId="cd3f08d5-9c8b-42a4-8255-4a0693b9fb32" providerId="ADAL" clId="{8C5CA598-6895-42B6-AD2B-21D0BA6C7787}" dt="2025-08-23T18:01:31.812" v="7790" actId="790"/>
          <ac:spMkLst>
            <pc:docMk/>
            <pc:sldMk cId="2956204929" sldId="280"/>
            <ac:spMk id="12" creationId="{94C582A2-A406-4C9B-A3DA-BA4EECAB37AC}"/>
          </ac:spMkLst>
        </pc:spChg>
        <pc:spChg chg="mod ord">
          <ac:chgData name="Fabian Gutierrez" userId="cd3f08d5-9c8b-42a4-8255-4a0693b9fb32" providerId="ADAL" clId="{8C5CA598-6895-42B6-AD2B-21D0BA6C7787}" dt="2025-08-23T18:01:31.812" v="7790" actId="790"/>
          <ac:spMkLst>
            <pc:docMk/>
            <pc:sldMk cId="2956204929" sldId="280"/>
            <ac:spMk id="13" creationId="{556610ED-3E2D-4E6A-ABD0-150F203E6B46}"/>
          </ac:spMkLst>
        </pc:spChg>
        <pc:spChg chg="mod">
          <ac:chgData name="Fabian Gutierrez" userId="cd3f08d5-9c8b-42a4-8255-4a0693b9fb32" providerId="ADAL" clId="{8C5CA598-6895-42B6-AD2B-21D0BA6C7787}" dt="2025-08-23T18:01:31.812" v="7790" actId="790"/>
          <ac:spMkLst>
            <pc:docMk/>
            <pc:sldMk cId="2956204929" sldId="280"/>
            <ac:spMk id="32" creationId="{D9043C6D-0761-489D-8401-7F976D80BA59}"/>
          </ac:spMkLst>
        </pc:spChg>
        <pc:spChg chg="add del mod">
          <ac:chgData name="Fabian Gutierrez" userId="cd3f08d5-9c8b-42a4-8255-4a0693b9fb32" providerId="ADAL" clId="{8C5CA598-6895-42B6-AD2B-21D0BA6C7787}" dt="2025-08-23T18:01:31.812" v="7790" actId="790"/>
          <ac:spMkLst>
            <pc:docMk/>
            <pc:sldMk cId="2956204929" sldId="280"/>
            <ac:spMk id="34" creationId="{29455ACD-CCC6-4BEC-AA79-DC1C69D087DF}"/>
          </ac:spMkLst>
        </pc:spChg>
        <pc:spChg chg="mod">
          <ac:chgData name="Fabian Gutierrez" userId="cd3f08d5-9c8b-42a4-8255-4a0693b9fb32" providerId="ADAL" clId="{8C5CA598-6895-42B6-AD2B-21D0BA6C7787}" dt="2025-08-23T18:01:31.812" v="7790" actId="790"/>
          <ac:spMkLst>
            <pc:docMk/>
            <pc:sldMk cId="2956204929" sldId="280"/>
            <ac:spMk id="40" creationId="{CD5E95B5-674E-4A3A-A7C5-83CFC41142E0}"/>
          </ac:spMkLst>
        </pc:spChg>
        <pc:picChg chg="add mod">
          <ac:chgData name="Fabian Gutierrez" userId="cd3f08d5-9c8b-42a4-8255-4a0693b9fb32" providerId="ADAL" clId="{8C5CA598-6895-42B6-AD2B-21D0BA6C7787}" dt="2025-08-10T08:43:37.328" v="2205" actId="1035"/>
          <ac:picMkLst>
            <pc:docMk/>
            <pc:sldMk cId="2956204929" sldId="280"/>
            <ac:picMk id="4" creationId="{605988C6-6F5E-ABCD-7376-D8D4C2DA3510}"/>
          </ac:picMkLst>
        </pc:picChg>
        <pc:picChg chg="mod ord">
          <ac:chgData name="Fabian Gutierrez" userId="cd3f08d5-9c8b-42a4-8255-4a0693b9fb32" providerId="ADAL" clId="{8C5CA598-6895-42B6-AD2B-21D0BA6C7787}" dt="2025-08-11T17:52:34.231" v="4548" actId="14100"/>
          <ac:picMkLst>
            <pc:docMk/>
            <pc:sldMk cId="2956204929" sldId="280"/>
            <ac:picMk id="6" creationId="{AF890B92-D44D-461B-A5E6-D4F348791F20}"/>
          </ac:picMkLst>
        </pc:picChg>
      </pc:sldChg>
      <pc:sldChg chg="addSp delSp modSp mod modClrScheme chgLayout">
        <pc:chgData name="Fabian Gutierrez" userId="cd3f08d5-9c8b-42a4-8255-4a0693b9fb32" providerId="ADAL" clId="{8C5CA598-6895-42B6-AD2B-21D0BA6C7787}" dt="2025-08-23T18:01:31.812" v="7790" actId="790"/>
        <pc:sldMkLst>
          <pc:docMk/>
          <pc:sldMk cId="3069052256" sldId="286"/>
        </pc:sldMkLst>
        <pc:spChg chg="mod ord">
          <ac:chgData name="Fabian Gutierrez" userId="cd3f08d5-9c8b-42a4-8255-4a0693b9fb32" providerId="ADAL" clId="{8C5CA598-6895-42B6-AD2B-21D0BA6C7787}" dt="2025-08-23T18:01:31.812" v="7790" actId="790"/>
          <ac:spMkLst>
            <pc:docMk/>
            <pc:sldMk cId="3069052256" sldId="286"/>
            <ac:spMk id="13" creationId="{D7199992-58FE-4335-A811-6AFA96B5595D}"/>
          </ac:spMkLst>
        </pc:spChg>
        <pc:spChg chg="add mod">
          <ac:chgData name="Fabian Gutierrez" userId="cd3f08d5-9c8b-42a4-8255-4a0693b9fb32" providerId="ADAL" clId="{8C5CA598-6895-42B6-AD2B-21D0BA6C7787}" dt="2025-08-23T18:01:31.812" v="7790" actId="790"/>
          <ac:spMkLst>
            <pc:docMk/>
            <pc:sldMk cId="3069052256" sldId="286"/>
            <ac:spMk id="27" creationId="{06CBB25C-492E-0FDB-F38F-6B70A70CA982}"/>
          </ac:spMkLst>
        </pc:spChg>
        <pc:spChg chg="add mod">
          <ac:chgData name="Fabian Gutierrez" userId="cd3f08d5-9c8b-42a4-8255-4a0693b9fb32" providerId="ADAL" clId="{8C5CA598-6895-42B6-AD2B-21D0BA6C7787}" dt="2025-08-23T18:01:31.812" v="7790" actId="790"/>
          <ac:spMkLst>
            <pc:docMk/>
            <pc:sldMk cId="3069052256" sldId="286"/>
            <ac:spMk id="29" creationId="{653092AF-EA46-93AF-E996-665AE76D3CD4}"/>
          </ac:spMkLst>
        </pc:spChg>
        <pc:picChg chg="add mod">
          <ac:chgData name="Fabian Gutierrez" userId="cd3f08d5-9c8b-42a4-8255-4a0693b9fb32" providerId="ADAL" clId="{8C5CA598-6895-42B6-AD2B-21D0BA6C7787}" dt="2025-08-06T23:15:27.431" v="759" actId="26606"/>
          <ac:picMkLst>
            <pc:docMk/>
            <pc:sldMk cId="3069052256" sldId="286"/>
            <ac:picMk id="9" creationId="{36BF6FBC-433F-A5D1-503B-66A9DF907816}"/>
          </ac:picMkLst>
        </pc:picChg>
      </pc:sldChg>
      <pc:sldChg chg="addSp delSp modSp mod ord modAnim">
        <pc:chgData name="Fabian Gutierrez" userId="cd3f08d5-9c8b-42a4-8255-4a0693b9fb32" providerId="ADAL" clId="{8C5CA598-6895-42B6-AD2B-21D0BA6C7787}" dt="2025-08-23T18:01:31.812" v="7790" actId="790"/>
        <pc:sldMkLst>
          <pc:docMk/>
          <pc:sldMk cId="2275175635" sldId="300"/>
        </pc:sldMkLst>
        <pc:spChg chg="mod">
          <ac:chgData name="Fabian Gutierrez" userId="cd3f08d5-9c8b-42a4-8255-4a0693b9fb32" providerId="ADAL" clId="{8C5CA598-6895-42B6-AD2B-21D0BA6C7787}" dt="2025-08-23T18:01:31.812" v="7790" actId="790"/>
          <ac:spMkLst>
            <pc:docMk/>
            <pc:sldMk cId="2275175635" sldId="300"/>
            <ac:spMk id="4" creationId="{B9105FAE-96F0-43A6-B386-AAE4E62C6E85}"/>
          </ac:spMkLst>
        </pc:spChg>
        <pc:spChg chg="add mod">
          <ac:chgData name="Fabian Gutierrez" userId="cd3f08d5-9c8b-42a4-8255-4a0693b9fb32" providerId="ADAL" clId="{8C5CA598-6895-42B6-AD2B-21D0BA6C7787}" dt="2025-08-23T18:01:31.812" v="7790" actId="790"/>
          <ac:spMkLst>
            <pc:docMk/>
            <pc:sldMk cId="2275175635" sldId="300"/>
            <ac:spMk id="5" creationId="{FC2BCF6B-B0DA-5371-67B8-3B08DD3F7CDE}"/>
          </ac:spMkLst>
        </pc:spChg>
        <pc:spChg chg="mod">
          <ac:chgData name="Fabian Gutierrez" userId="cd3f08d5-9c8b-42a4-8255-4a0693b9fb32" providerId="ADAL" clId="{8C5CA598-6895-42B6-AD2B-21D0BA6C7787}" dt="2025-08-23T18:01:31.812" v="7790" actId="790"/>
          <ac:spMkLst>
            <pc:docMk/>
            <pc:sldMk cId="2275175635" sldId="300"/>
            <ac:spMk id="12" creationId="{94C582A2-A406-4C9B-A3DA-BA4EECAB37AC}"/>
          </ac:spMkLst>
        </pc:spChg>
        <pc:spChg chg="mod">
          <ac:chgData name="Fabian Gutierrez" userId="cd3f08d5-9c8b-42a4-8255-4a0693b9fb32" providerId="ADAL" clId="{8C5CA598-6895-42B6-AD2B-21D0BA6C7787}" dt="2025-08-23T18:01:31.812" v="7790" actId="790"/>
          <ac:spMkLst>
            <pc:docMk/>
            <pc:sldMk cId="2275175635" sldId="300"/>
            <ac:spMk id="24" creationId="{2BE63BA8-EAF4-4B88-8D23-BEF6AA60CC23}"/>
          </ac:spMkLst>
        </pc:spChg>
        <pc:spChg chg="mod">
          <ac:chgData name="Fabian Gutierrez" userId="cd3f08d5-9c8b-42a4-8255-4a0693b9fb32" providerId="ADAL" clId="{8C5CA598-6895-42B6-AD2B-21D0BA6C7787}" dt="2025-08-23T18:01:31.812" v="7790" actId="790"/>
          <ac:spMkLst>
            <pc:docMk/>
            <pc:sldMk cId="2275175635" sldId="300"/>
            <ac:spMk id="29" creationId="{4DE3975B-F441-486B-9317-C176CC96BC6F}"/>
          </ac:spMkLst>
        </pc:spChg>
        <pc:picChg chg="add mod">
          <ac:chgData name="Fabian Gutierrez" userId="cd3f08d5-9c8b-42a4-8255-4a0693b9fb32" providerId="ADAL" clId="{8C5CA598-6895-42B6-AD2B-21D0BA6C7787}" dt="2025-08-10T09:00:24.579" v="2601" actId="208"/>
          <ac:picMkLst>
            <pc:docMk/>
            <pc:sldMk cId="2275175635" sldId="300"/>
            <ac:picMk id="2" creationId="{27BC007F-8C45-0537-D3CD-78CF05FC65BD}"/>
          </ac:picMkLst>
        </pc:picChg>
        <pc:cxnChg chg="mod">
          <ac:chgData name="Fabian Gutierrez" userId="cd3f08d5-9c8b-42a4-8255-4a0693b9fb32" providerId="ADAL" clId="{8C5CA598-6895-42B6-AD2B-21D0BA6C7787}" dt="2025-07-30T22:40:00.263" v="419" actId="1076"/>
          <ac:cxnSpMkLst>
            <pc:docMk/>
            <pc:sldMk cId="2275175635" sldId="300"/>
            <ac:cxnSpMk id="38" creationId="{66F01420-E00A-46BC-9AE5-EDE89E81F291}"/>
          </ac:cxnSpMkLst>
        </pc:cxnChg>
      </pc:sldChg>
      <pc:sldChg chg="modSp del mod">
        <pc:chgData name="Fabian Gutierrez" userId="cd3f08d5-9c8b-42a4-8255-4a0693b9fb32" providerId="ADAL" clId="{8C5CA598-6895-42B6-AD2B-21D0BA6C7787}" dt="2025-07-30T22:52:32.686" v="420" actId="2696"/>
        <pc:sldMkLst>
          <pc:docMk/>
          <pc:sldMk cId="2596912842" sldId="302"/>
        </pc:sldMkLst>
      </pc:sldChg>
      <pc:sldChg chg="addSp delSp modSp mod modClrScheme chgLayout">
        <pc:chgData name="Fabian Gutierrez" userId="cd3f08d5-9c8b-42a4-8255-4a0693b9fb32" providerId="ADAL" clId="{8C5CA598-6895-42B6-AD2B-21D0BA6C7787}" dt="2025-08-23T18:01:44.989" v="7792" actId="20577"/>
        <pc:sldMkLst>
          <pc:docMk/>
          <pc:sldMk cId="3202840524" sldId="306"/>
        </pc:sldMkLst>
        <pc:spChg chg="add mod ord">
          <ac:chgData name="Fabian Gutierrez" userId="cd3f08d5-9c8b-42a4-8255-4a0693b9fb32" providerId="ADAL" clId="{8C5CA598-6895-42B6-AD2B-21D0BA6C7787}" dt="2025-08-23T18:01:31.812" v="7790" actId="790"/>
          <ac:spMkLst>
            <pc:docMk/>
            <pc:sldMk cId="3202840524" sldId="306"/>
            <ac:spMk id="4" creationId="{89AC7C72-7071-90BB-D119-ADCC17C20A54}"/>
          </ac:spMkLst>
        </pc:spChg>
        <pc:spChg chg="add mod ord">
          <ac:chgData name="Fabian Gutierrez" userId="cd3f08d5-9c8b-42a4-8255-4a0693b9fb32" providerId="ADAL" clId="{8C5CA598-6895-42B6-AD2B-21D0BA6C7787}" dt="2025-08-23T18:01:31.812" v="7790" actId="790"/>
          <ac:spMkLst>
            <pc:docMk/>
            <pc:sldMk cId="3202840524" sldId="306"/>
            <ac:spMk id="6" creationId="{9D1BC2E1-BF31-33BD-45F3-679D997E3773}"/>
          </ac:spMkLst>
        </pc:spChg>
        <pc:spChg chg="mod ord">
          <ac:chgData name="Fabian Gutierrez" userId="cd3f08d5-9c8b-42a4-8255-4a0693b9fb32" providerId="ADAL" clId="{8C5CA598-6895-42B6-AD2B-21D0BA6C7787}" dt="2025-08-23T18:01:44.989" v="7792" actId="20577"/>
          <ac:spMkLst>
            <pc:docMk/>
            <pc:sldMk cId="3202840524" sldId="306"/>
            <ac:spMk id="43" creationId="{CF39D3B5-ABDB-4DFF-8107-EF97569C9BBE}"/>
          </ac:spMkLst>
        </pc:spChg>
        <pc:picChg chg="mod ord">
          <ac:chgData name="Fabian Gutierrez" userId="cd3f08d5-9c8b-42a4-8255-4a0693b9fb32" providerId="ADAL" clId="{8C5CA598-6895-42B6-AD2B-21D0BA6C7787}" dt="2025-08-06T23:28:42.088" v="835" actId="14826"/>
          <ac:picMkLst>
            <pc:docMk/>
            <pc:sldMk cId="3202840524" sldId="306"/>
            <ac:picMk id="5" creationId="{FFBCF731-478B-42B2-B3C6-ECCC3D68E00B}"/>
          </ac:picMkLst>
        </pc:picChg>
      </pc:sldChg>
      <pc:sldChg chg="addSp delSp modSp mod modClrScheme chgLayout">
        <pc:chgData name="Fabian Gutierrez" userId="cd3f08d5-9c8b-42a4-8255-4a0693b9fb32" providerId="ADAL" clId="{8C5CA598-6895-42B6-AD2B-21D0BA6C7787}" dt="2025-08-23T18:01:31.812" v="7790" actId="790"/>
        <pc:sldMkLst>
          <pc:docMk/>
          <pc:sldMk cId="1965089747" sldId="308"/>
        </pc:sldMkLst>
        <pc:spChg chg="add del mod">
          <ac:chgData name="Fabian Gutierrez" userId="cd3f08d5-9c8b-42a4-8255-4a0693b9fb32" providerId="ADAL" clId="{8C5CA598-6895-42B6-AD2B-21D0BA6C7787}" dt="2025-08-23T18:01:31.812" v="7790" actId="790"/>
          <ac:spMkLst>
            <pc:docMk/>
            <pc:sldMk cId="1965089747" sldId="308"/>
            <ac:spMk id="2" creationId="{E3E26837-491B-907B-0482-FDABDAB3D139}"/>
          </ac:spMkLst>
        </pc:spChg>
        <pc:spChg chg="mod">
          <ac:chgData name="Fabian Gutierrez" userId="cd3f08d5-9c8b-42a4-8255-4a0693b9fb32" providerId="ADAL" clId="{8C5CA598-6895-42B6-AD2B-21D0BA6C7787}" dt="2025-08-23T18:01:31.812" v="7790" actId="790"/>
          <ac:spMkLst>
            <pc:docMk/>
            <pc:sldMk cId="1965089747" sldId="308"/>
            <ac:spMk id="8" creationId="{9D24509E-BB74-42FE-A9A8-F01572CD040C}"/>
          </ac:spMkLst>
        </pc:spChg>
        <pc:spChg chg="mod">
          <ac:chgData name="Fabian Gutierrez" userId="cd3f08d5-9c8b-42a4-8255-4a0693b9fb32" providerId="ADAL" clId="{8C5CA598-6895-42B6-AD2B-21D0BA6C7787}" dt="2025-08-23T18:01:31.812" v="7790" actId="790"/>
          <ac:spMkLst>
            <pc:docMk/>
            <pc:sldMk cId="1965089747" sldId="308"/>
            <ac:spMk id="12" creationId="{C0F25050-A2F4-4F04-ACDB-1E69650344BA}"/>
          </ac:spMkLst>
        </pc:spChg>
        <pc:picChg chg="add mod">
          <ac:chgData name="Fabian Gutierrez" userId="cd3f08d5-9c8b-42a4-8255-4a0693b9fb32" providerId="ADAL" clId="{8C5CA598-6895-42B6-AD2B-21D0BA6C7787}" dt="2025-07-30T22:07:27.786" v="153" actId="1076"/>
          <ac:picMkLst>
            <pc:docMk/>
            <pc:sldMk cId="1965089747" sldId="308"/>
            <ac:picMk id="3" creationId="{1AB6FC2C-7907-5EA4-791D-984D58BB3036}"/>
          </ac:picMkLst>
        </pc:picChg>
      </pc:sldChg>
      <pc:sldChg chg="addSp delSp modSp mod">
        <pc:chgData name="Fabian Gutierrez" userId="cd3f08d5-9c8b-42a4-8255-4a0693b9fb32" providerId="ADAL" clId="{8C5CA598-6895-42B6-AD2B-21D0BA6C7787}" dt="2025-08-23T18:01:31.812" v="7790" actId="790"/>
        <pc:sldMkLst>
          <pc:docMk/>
          <pc:sldMk cId="2500734759" sldId="313"/>
        </pc:sldMkLst>
        <pc:spChg chg="mod">
          <ac:chgData name="Fabian Gutierrez" userId="cd3f08d5-9c8b-42a4-8255-4a0693b9fb32" providerId="ADAL" clId="{8C5CA598-6895-42B6-AD2B-21D0BA6C7787}" dt="2025-08-23T18:01:31.812" v="7790" actId="790"/>
          <ac:spMkLst>
            <pc:docMk/>
            <pc:sldMk cId="2500734759" sldId="313"/>
            <ac:spMk id="5" creationId="{A8F5C4E3-6105-466B-A340-80D73DB227A9}"/>
          </ac:spMkLst>
        </pc:spChg>
        <pc:spChg chg="add mod">
          <ac:chgData name="Fabian Gutierrez" userId="cd3f08d5-9c8b-42a4-8255-4a0693b9fb32" providerId="ADAL" clId="{8C5CA598-6895-42B6-AD2B-21D0BA6C7787}" dt="2025-08-23T18:01:31.812" v="7790" actId="790"/>
          <ac:spMkLst>
            <pc:docMk/>
            <pc:sldMk cId="2500734759" sldId="313"/>
            <ac:spMk id="11" creationId="{74C4F9F2-82CD-E95F-BC86-9E593FD39772}"/>
          </ac:spMkLst>
        </pc:spChg>
        <pc:spChg chg="add mod">
          <ac:chgData name="Fabian Gutierrez" userId="cd3f08d5-9c8b-42a4-8255-4a0693b9fb32" providerId="ADAL" clId="{8C5CA598-6895-42B6-AD2B-21D0BA6C7787}" dt="2025-08-23T18:01:31.812" v="7790" actId="790"/>
          <ac:spMkLst>
            <pc:docMk/>
            <pc:sldMk cId="2500734759" sldId="313"/>
            <ac:spMk id="15" creationId="{A9A900F7-DBD0-A809-717C-F00C1AF858C4}"/>
          </ac:spMkLst>
        </pc:spChg>
        <pc:spChg chg="add mod">
          <ac:chgData name="Fabian Gutierrez" userId="cd3f08d5-9c8b-42a4-8255-4a0693b9fb32" providerId="ADAL" clId="{8C5CA598-6895-42B6-AD2B-21D0BA6C7787}" dt="2025-08-23T18:01:31.812" v="7790" actId="790"/>
          <ac:spMkLst>
            <pc:docMk/>
            <pc:sldMk cId="2500734759" sldId="313"/>
            <ac:spMk id="16" creationId="{E7B02E26-3B98-A57D-6B1D-DF62148CDBE9}"/>
          </ac:spMkLst>
        </pc:spChg>
        <pc:spChg chg="add mod">
          <ac:chgData name="Fabian Gutierrez" userId="cd3f08d5-9c8b-42a4-8255-4a0693b9fb32" providerId="ADAL" clId="{8C5CA598-6895-42B6-AD2B-21D0BA6C7787}" dt="2025-08-23T18:01:31.812" v="7790" actId="790"/>
          <ac:spMkLst>
            <pc:docMk/>
            <pc:sldMk cId="2500734759" sldId="313"/>
            <ac:spMk id="17" creationId="{7FE0211A-366F-BB87-350A-C7EF61675DE7}"/>
          </ac:spMkLst>
        </pc:spChg>
        <pc:spChg chg="add mod">
          <ac:chgData name="Fabian Gutierrez" userId="cd3f08d5-9c8b-42a4-8255-4a0693b9fb32" providerId="ADAL" clId="{8C5CA598-6895-42B6-AD2B-21D0BA6C7787}" dt="2025-08-23T18:01:31.812" v="7790" actId="790"/>
          <ac:spMkLst>
            <pc:docMk/>
            <pc:sldMk cId="2500734759" sldId="313"/>
            <ac:spMk id="18" creationId="{F6F5C797-D40E-E1AD-A43C-D15246F3E7EE}"/>
          </ac:spMkLst>
        </pc:spChg>
        <pc:spChg chg="add mod">
          <ac:chgData name="Fabian Gutierrez" userId="cd3f08d5-9c8b-42a4-8255-4a0693b9fb32" providerId="ADAL" clId="{8C5CA598-6895-42B6-AD2B-21D0BA6C7787}" dt="2025-08-23T18:01:31.812" v="7790" actId="790"/>
          <ac:spMkLst>
            <pc:docMk/>
            <pc:sldMk cId="2500734759" sldId="313"/>
            <ac:spMk id="19" creationId="{C749B907-5FBB-65A9-9494-11FDAE67DF63}"/>
          </ac:spMkLst>
        </pc:spChg>
        <pc:picChg chg="add mod">
          <ac:chgData name="Fabian Gutierrez" userId="cd3f08d5-9c8b-42a4-8255-4a0693b9fb32" providerId="ADAL" clId="{8C5CA598-6895-42B6-AD2B-21D0BA6C7787}" dt="2025-07-30T22:03:18.828" v="119" actId="1076"/>
          <ac:picMkLst>
            <pc:docMk/>
            <pc:sldMk cId="2500734759" sldId="313"/>
            <ac:picMk id="12" creationId="{5A11DD9A-AB28-8994-B1AE-1ABE8DC0DB75}"/>
          </ac:picMkLst>
        </pc:picChg>
        <pc:picChg chg="add mod">
          <ac:chgData name="Fabian Gutierrez" userId="cd3f08d5-9c8b-42a4-8255-4a0693b9fb32" providerId="ADAL" clId="{8C5CA598-6895-42B6-AD2B-21D0BA6C7787}" dt="2025-07-30T22:03:18.828" v="119" actId="1076"/>
          <ac:picMkLst>
            <pc:docMk/>
            <pc:sldMk cId="2500734759" sldId="313"/>
            <ac:picMk id="13" creationId="{30202985-9463-E2A6-31FB-7B7228ACAA2D}"/>
          </ac:picMkLst>
        </pc:picChg>
        <pc:picChg chg="add mod">
          <ac:chgData name="Fabian Gutierrez" userId="cd3f08d5-9c8b-42a4-8255-4a0693b9fb32" providerId="ADAL" clId="{8C5CA598-6895-42B6-AD2B-21D0BA6C7787}" dt="2025-07-30T22:03:18.828" v="119" actId="1076"/>
          <ac:picMkLst>
            <pc:docMk/>
            <pc:sldMk cId="2500734759" sldId="313"/>
            <ac:picMk id="14" creationId="{56493628-F622-C663-01DA-F998666216CC}"/>
          </ac:picMkLst>
        </pc:picChg>
        <pc:picChg chg="add mod">
          <ac:chgData name="Fabian Gutierrez" userId="cd3f08d5-9c8b-42a4-8255-4a0693b9fb32" providerId="ADAL" clId="{8C5CA598-6895-42B6-AD2B-21D0BA6C7787}" dt="2025-07-30T22:03:18.828" v="119" actId="1076"/>
          <ac:picMkLst>
            <pc:docMk/>
            <pc:sldMk cId="2500734759" sldId="313"/>
            <ac:picMk id="20" creationId="{C2BDB52F-93C8-5539-0B77-D37453A4F4E8}"/>
          </ac:picMkLst>
        </pc:picChg>
      </pc:sldChg>
      <pc:sldChg chg="addSp delSp modSp add del mod modShow">
        <pc:chgData name="Fabian Gutierrez" userId="cd3f08d5-9c8b-42a4-8255-4a0693b9fb32" providerId="ADAL" clId="{8C5CA598-6895-42B6-AD2B-21D0BA6C7787}" dt="2025-08-23T17:52:23.183" v="7669" actId="2696"/>
        <pc:sldMkLst>
          <pc:docMk/>
          <pc:sldMk cId="2882215575" sldId="314"/>
        </pc:sldMkLst>
        <pc:spChg chg="mod">
          <ac:chgData name="Fabian Gutierrez" userId="cd3f08d5-9c8b-42a4-8255-4a0693b9fb32" providerId="ADAL" clId="{8C5CA598-6895-42B6-AD2B-21D0BA6C7787}" dt="2025-08-23T17:44:34.600" v="7606" actId="790"/>
          <ac:spMkLst>
            <pc:docMk/>
            <pc:sldMk cId="2882215575" sldId="314"/>
            <ac:spMk id="2" creationId="{FFC969E1-7A46-FB6D-5C89-5700A883CA9E}"/>
          </ac:spMkLst>
        </pc:spChg>
        <pc:spChg chg="add mod">
          <ac:chgData name="Fabian Gutierrez" userId="cd3f08d5-9c8b-42a4-8255-4a0693b9fb32" providerId="ADAL" clId="{8C5CA598-6895-42B6-AD2B-21D0BA6C7787}" dt="2025-08-23T17:44:34.600" v="7606" actId="790"/>
          <ac:spMkLst>
            <pc:docMk/>
            <pc:sldMk cId="2882215575" sldId="314"/>
            <ac:spMk id="5" creationId="{7BCFBD75-638B-6571-9ABB-16446580D966}"/>
          </ac:spMkLst>
        </pc:spChg>
        <pc:spChg chg="mod">
          <ac:chgData name="Fabian Gutierrez" userId="cd3f08d5-9c8b-42a4-8255-4a0693b9fb32" providerId="ADAL" clId="{8C5CA598-6895-42B6-AD2B-21D0BA6C7787}" dt="2025-08-23T17:44:34.600" v="7606" actId="790"/>
          <ac:spMkLst>
            <pc:docMk/>
            <pc:sldMk cId="2882215575" sldId="314"/>
            <ac:spMk id="13" creationId="{A4BBC209-DE41-48D4-FFF9-901DB81B6169}"/>
          </ac:spMkLst>
        </pc:spChg>
        <pc:spChg chg="mod">
          <ac:chgData name="Fabian Gutierrez" userId="cd3f08d5-9c8b-42a4-8255-4a0693b9fb32" providerId="ADAL" clId="{8C5CA598-6895-42B6-AD2B-21D0BA6C7787}" dt="2025-08-23T17:44:34.600" v="7606" actId="790"/>
          <ac:spMkLst>
            <pc:docMk/>
            <pc:sldMk cId="2882215575" sldId="314"/>
            <ac:spMk id="18" creationId="{F933FF2D-59F1-7E22-E429-3090E9BF5597}"/>
          </ac:spMkLst>
        </pc:spChg>
      </pc:sldChg>
      <pc:sldChg chg="addSp delSp modSp new mod ord modClrScheme chgLayout">
        <pc:chgData name="Fabian Gutierrez" userId="cd3f08d5-9c8b-42a4-8255-4a0693b9fb32" providerId="ADAL" clId="{8C5CA598-6895-42B6-AD2B-21D0BA6C7787}" dt="2025-08-23T18:01:31.812" v="7790" actId="790"/>
        <pc:sldMkLst>
          <pc:docMk/>
          <pc:sldMk cId="1468572963" sldId="315"/>
        </pc:sldMkLst>
        <pc:spChg chg="add mod">
          <ac:chgData name="Fabian Gutierrez" userId="cd3f08d5-9c8b-42a4-8255-4a0693b9fb32" providerId="ADAL" clId="{8C5CA598-6895-42B6-AD2B-21D0BA6C7787}" dt="2025-08-23T18:01:31.812" v="7790" actId="790"/>
          <ac:spMkLst>
            <pc:docMk/>
            <pc:sldMk cId="1468572963" sldId="315"/>
            <ac:spMk id="15" creationId="{6F1D9A7F-788C-0076-1859-96B61A1A1C2E}"/>
          </ac:spMkLst>
        </pc:spChg>
        <pc:spChg chg="add mod">
          <ac:chgData name="Fabian Gutierrez" userId="cd3f08d5-9c8b-42a4-8255-4a0693b9fb32" providerId="ADAL" clId="{8C5CA598-6895-42B6-AD2B-21D0BA6C7787}" dt="2025-08-23T18:01:31.812" v="7790" actId="790"/>
          <ac:spMkLst>
            <pc:docMk/>
            <pc:sldMk cId="1468572963" sldId="315"/>
            <ac:spMk id="20" creationId="{5DAC3635-1295-C1DC-2571-970BFBA7D562}"/>
          </ac:spMkLst>
        </pc:spChg>
        <pc:spChg chg="add mod">
          <ac:chgData name="Fabian Gutierrez" userId="cd3f08d5-9c8b-42a4-8255-4a0693b9fb32" providerId="ADAL" clId="{8C5CA598-6895-42B6-AD2B-21D0BA6C7787}" dt="2025-08-23T18:01:31.812" v="7790" actId="790"/>
          <ac:spMkLst>
            <pc:docMk/>
            <pc:sldMk cId="1468572963" sldId="315"/>
            <ac:spMk id="21" creationId="{C89E6A93-7DFB-AD0D-099B-AD605A36705C}"/>
          </ac:spMkLst>
        </pc:spChg>
        <pc:spChg chg="add mod">
          <ac:chgData name="Fabian Gutierrez" userId="cd3f08d5-9c8b-42a4-8255-4a0693b9fb32" providerId="ADAL" clId="{8C5CA598-6895-42B6-AD2B-21D0BA6C7787}" dt="2025-08-23T18:01:31.812" v="7790" actId="790"/>
          <ac:spMkLst>
            <pc:docMk/>
            <pc:sldMk cId="1468572963" sldId="315"/>
            <ac:spMk id="22" creationId="{2E00B8D0-7DF2-17CF-A2CA-3B3BDE021AB5}"/>
          </ac:spMkLst>
        </pc:spChg>
        <pc:spChg chg="add mod">
          <ac:chgData name="Fabian Gutierrez" userId="cd3f08d5-9c8b-42a4-8255-4a0693b9fb32" providerId="ADAL" clId="{8C5CA598-6895-42B6-AD2B-21D0BA6C7787}" dt="2025-08-23T18:01:31.812" v="7790" actId="790"/>
          <ac:spMkLst>
            <pc:docMk/>
            <pc:sldMk cId="1468572963" sldId="315"/>
            <ac:spMk id="24" creationId="{25230AD1-E15A-F609-6030-36D1B554D21D}"/>
          </ac:spMkLst>
        </pc:spChg>
        <pc:spChg chg="add mod">
          <ac:chgData name="Fabian Gutierrez" userId="cd3f08d5-9c8b-42a4-8255-4a0693b9fb32" providerId="ADAL" clId="{8C5CA598-6895-42B6-AD2B-21D0BA6C7787}" dt="2025-08-23T18:01:31.812" v="7790" actId="790"/>
          <ac:spMkLst>
            <pc:docMk/>
            <pc:sldMk cId="1468572963" sldId="315"/>
            <ac:spMk id="26" creationId="{A6F3518F-219F-BB64-D864-6012987A0AC4}"/>
          </ac:spMkLst>
        </pc:spChg>
        <pc:spChg chg="add mod">
          <ac:chgData name="Fabian Gutierrez" userId="cd3f08d5-9c8b-42a4-8255-4a0693b9fb32" providerId="ADAL" clId="{8C5CA598-6895-42B6-AD2B-21D0BA6C7787}" dt="2025-08-23T18:01:31.812" v="7790" actId="790"/>
          <ac:spMkLst>
            <pc:docMk/>
            <pc:sldMk cId="1468572963" sldId="315"/>
            <ac:spMk id="30" creationId="{D0CC464B-BB19-5FFE-DBDE-AA72190BBF6B}"/>
          </ac:spMkLst>
        </pc:spChg>
        <pc:spChg chg="add mod">
          <ac:chgData name="Fabian Gutierrez" userId="cd3f08d5-9c8b-42a4-8255-4a0693b9fb32" providerId="ADAL" clId="{8C5CA598-6895-42B6-AD2B-21D0BA6C7787}" dt="2025-08-23T18:01:31.812" v="7790" actId="790"/>
          <ac:spMkLst>
            <pc:docMk/>
            <pc:sldMk cId="1468572963" sldId="315"/>
            <ac:spMk id="32" creationId="{4937C9A8-72ED-8A12-C44B-B2FFF4A61526}"/>
          </ac:spMkLst>
        </pc:spChg>
        <pc:picChg chg="add mod">
          <ac:chgData name="Fabian Gutierrez" userId="cd3f08d5-9c8b-42a4-8255-4a0693b9fb32" providerId="ADAL" clId="{8C5CA598-6895-42B6-AD2B-21D0BA6C7787}" dt="2025-07-30T21:58:35.228" v="111" actId="1076"/>
          <ac:picMkLst>
            <pc:docMk/>
            <pc:sldMk cId="1468572963" sldId="315"/>
            <ac:picMk id="28" creationId="{41EB2642-4736-EDD8-02B9-2E70B7D57EE7}"/>
          </ac:picMkLst>
        </pc:picChg>
        <pc:picChg chg="add mod">
          <ac:chgData name="Fabian Gutierrez" userId="cd3f08d5-9c8b-42a4-8255-4a0693b9fb32" providerId="ADAL" clId="{8C5CA598-6895-42B6-AD2B-21D0BA6C7787}" dt="2025-07-30T21:58:35.228" v="111" actId="1076"/>
          <ac:picMkLst>
            <pc:docMk/>
            <pc:sldMk cId="1468572963" sldId="315"/>
            <ac:picMk id="29" creationId="{8047338A-6304-6053-CEF5-725355896BC7}"/>
          </ac:picMkLst>
        </pc:picChg>
      </pc:sldChg>
      <pc:sldChg chg="add del">
        <pc:chgData name="Fabian Gutierrez" userId="cd3f08d5-9c8b-42a4-8255-4a0693b9fb32" providerId="ADAL" clId="{8C5CA598-6895-42B6-AD2B-21D0BA6C7787}" dt="2025-07-30T22:03:58.285" v="125" actId="2696"/>
        <pc:sldMkLst>
          <pc:docMk/>
          <pc:sldMk cId="209343856" sldId="316"/>
        </pc:sldMkLst>
      </pc:sldChg>
      <pc:sldChg chg="addSp delSp modSp add mod">
        <pc:chgData name="Fabian Gutierrez" userId="cd3f08d5-9c8b-42a4-8255-4a0693b9fb32" providerId="ADAL" clId="{8C5CA598-6895-42B6-AD2B-21D0BA6C7787}" dt="2025-08-23T18:01:31.812" v="7790" actId="790"/>
        <pc:sldMkLst>
          <pc:docMk/>
          <pc:sldMk cId="146201370" sldId="317"/>
        </pc:sldMkLst>
        <pc:spChg chg="mod">
          <ac:chgData name="Fabian Gutierrez" userId="cd3f08d5-9c8b-42a4-8255-4a0693b9fb32" providerId="ADAL" clId="{8C5CA598-6895-42B6-AD2B-21D0BA6C7787}" dt="2025-08-23T18:01:31.812" v="7790" actId="790"/>
          <ac:spMkLst>
            <pc:docMk/>
            <pc:sldMk cId="146201370" sldId="317"/>
            <ac:spMk id="5" creationId="{54417ECF-D8EF-FF05-A441-AB1D32BB5B2C}"/>
          </ac:spMkLst>
        </pc:spChg>
        <pc:spChg chg="add mod">
          <ac:chgData name="Fabian Gutierrez" userId="cd3f08d5-9c8b-42a4-8255-4a0693b9fb32" providerId="ADAL" clId="{8C5CA598-6895-42B6-AD2B-21D0BA6C7787}" dt="2025-08-23T18:01:31.812" v="7790" actId="790"/>
          <ac:spMkLst>
            <pc:docMk/>
            <pc:sldMk cId="146201370" sldId="317"/>
            <ac:spMk id="6" creationId="{6F912E3D-EC02-99EA-4576-FDA3391B6DEC}"/>
          </ac:spMkLst>
        </pc:spChg>
        <pc:spChg chg="mod">
          <ac:chgData name="Fabian Gutierrez" userId="cd3f08d5-9c8b-42a4-8255-4a0693b9fb32" providerId="ADAL" clId="{8C5CA598-6895-42B6-AD2B-21D0BA6C7787}" dt="2025-08-23T18:01:31.812" v="7790" actId="790"/>
          <ac:spMkLst>
            <pc:docMk/>
            <pc:sldMk cId="146201370" sldId="317"/>
            <ac:spMk id="15" creationId="{168E82ED-6089-C50C-050A-42703CA2CF24}"/>
          </ac:spMkLst>
        </pc:spChg>
        <pc:spChg chg="mod">
          <ac:chgData name="Fabian Gutierrez" userId="cd3f08d5-9c8b-42a4-8255-4a0693b9fb32" providerId="ADAL" clId="{8C5CA598-6895-42B6-AD2B-21D0BA6C7787}" dt="2025-08-23T18:01:31.812" v="7790" actId="790"/>
          <ac:spMkLst>
            <pc:docMk/>
            <pc:sldMk cId="146201370" sldId="317"/>
            <ac:spMk id="16" creationId="{078042D7-0F1E-53B2-D4A5-F13C07036890}"/>
          </ac:spMkLst>
        </pc:spChg>
        <pc:spChg chg="mod">
          <ac:chgData name="Fabian Gutierrez" userId="cd3f08d5-9c8b-42a4-8255-4a0693b9fb32" providerId="ADAL" clId="{8C5CA598-6895-42B6-AD2B-21D0BA6C7787}" dt="2025-08-23T18:01:31.812" v="7790" actId="790"/>
          <ac:spMkLst>
            <pc:docMk/>
            <pc:sldMk cId="146201370" sldId="317"/>
            <ac:spMk id="17" creationId="{413779AE-D027-AE46-ABFA-7830F99B461F}"/>
          </ac:spMkLst>
        </pc:spChg>
        <pc:spChg chg="mod">
          <ac:chgData name="Fabian Gutierrez" userId="cd3f08d5-9c8b-42a4-8255-4a0693b9fb32" providerId="ADAL" clId="{8C5CA598-6895-42B6-AD2B-21D0BA6C7787}" dt="2025-08-23T18:01:31.812" v="7790" actId="790"/>
          <ac:spMkLst>
            <pc:docMk/>
            <pc:sldMk cId="146201370" sldId="317"/>
            <ac:spMk id="18" creationId="{3384609C-2535-BCBB-1BFB-CA047BA273AB}"/>
          </ac:spMkLst>
        </pc:spChg>
        <pc:spChg chg="mod">
          <ac:chgData name="Fabian Gutierrez" userId="cd3f08d5-9c8b-42a4-8255-4a0693b9fb32" providerId="ADAL" clId="{8C5CA598-6895-42B6-AD2B-21D0BA6C7787}" dt="2025-08-23T18:01:31.812" v="7790" actId="790"/>
          <ac:spMkLst>
            <pc:docMk/>
            <pc:sldMk cId="146201370" sldId="317"/>
            <ac:spMk id="19" creationId="{54AFC28E-D1E3-EAAA-493E-AE7DE7634FA9}"/>
          </ac:spMkLst>
        </pc:spChg>
        <pc:picChg chg="add mod">
          <ac:chgData name="Fabian Gutierrez" userId="cd3f08d5-9c8b-42a4-8255-4a0693b9fb32" providerId="ADAL" clId="{8C5CA598-6895-42B6-AD2B-21D0BA6C7787}" dt="2025-07-30T22:04:31.073" v="130" actId="1076"/>
          <ac:picMkLst>
            <pc:docMk/>
            <pc:sldMk cId="146201370" sldId="317"/>
            <ac:picMk id="7" creationId="{A00CB1A3-ABC2-A7F1-57F8-E16703E29E7B}"/>
          </ac:picMkLst>
        </pc:picChg>
      </pc:sldChg>
      <pc:sldChg chg="addSp delSp modSp new del mod modClrScheme chgLayout">
        <pc:chgData name="Fabian Gutierrez" userId="cd3f08d5-9c8b-42a4-8255-4a0693b9fb32" providerId="ADAL" clId="{8C5CA598-6895-42B6-AD2B-21D0BA6C7787}" dt="2025-07-30T22:15:44.298" v="178" actId="2696"/>
        <pc:sldMkLst>
          <pc:docMk/>
          <pc:sldMk cId="1174602179" sldId="318"/>
        </pc:sldMkLst>
      </pc:sldChg>
      <pc:sldChg chg="addSp delSp modSp new mod modClrScheme modAnim chgLayout">
        <pc:chgData name="Fabian Gutierrez" userId="cd3f08d5-9c8b-42a4-8255-4a0693b9fb32" providerId="ADAL" clId="{8C5CA598-6895-42B6-AD2B-21D0BA6C7787}" dt="2025-08-23T18:42:38.717" v="7848"/>
        <pc:sldMkLst>
          <pc:docMk/>
          <pc:sldMk cId="3853304390" sldId="318"/>
        </pc:sldMkLst>
        <pc:spChg chg="add mod">
          <ac:chgData name="Fabian Gutierrez" userId="cd3f08d5-9c8b-42a4-8255-4a0693b9fb32" providerId="ADAL" clId="{8C5CA598-6895-42B6-AD2B-21D0BA6C7787}" dt="2025-08-23T18:42:38.717" v="7848"/>
          <ac:spMkLst>
            <pc:docMk/>
            <pc:sldMk cId="3853304390" sldId="318"/>
            <ac:spMk id="2" creationId="{97F1AD9B-6691-EA71-28E2-6F07AF92D727}"/>
          </ac:spMkLst>
        </pc:spChg>
        <pc:spChg chg="add mod">
          <ac:chgData name="Fabian Gutierrez" userId="cd3f08d5-9c8b-42a4-8255-4a0693b9fb32" providerId="ADAL" clId="{8C5CA598-6895-42B6-AD2B-21D0BA6C7787}" dt="2025-08-23T18:01:31.812" v="7790" actId="790"/>
          <ac:spMkLst>
            <pc:docMk/>
            <pc:sldMk cId="3853304390" sldId="318"/>
            <ac:spMk id="3" creationId="{A64EA3ED-53E2-048E-5BA3-12B62EFBE0A4}"/>
          </ac:spMkLst>
        </pc:spChg>
        <pc:spChg chg="add mod">
          <ac:chgData name="Fabian Gutierrez" userId="cd3f08d5-9c8b-42a4-8255-4a0693b9fb32" providerId="ADAL" clId="{8C5CA598-6895-42B6-AD2B-21D0BA6C7787}" dt="2025-08-23T18:01:31.812" v="7790" actId="790"/>
          <ac:spMkLst>
            <pc:docMk/>
            <pc:sldMk cId="3853304390" sldId="318"/>
            <ac:spMk id="4" creationId="{DCD5B3D6-2AD2-E823-8B48-42515749670B}"/>
          </ac:spMkLst>
        </pc:spChg>
        <pc:spChg chg="add mod">
          <ac:chgData name="Fabian Gutierrez" userId="cd3f08d5-9c8b-42a4-8255-4a0693b9fb32" providerId="ADAL" clId="{8C5CA598-6895-42B6-AD2B-21D0BA6C7787}" dt="2025-08-23T18:01:31.812" v="7790" actId="790"/>
          <ac:spMkLst>
            <pc:docMk/>
            <pc:sldMk cId="3853304390" sldId="318"/>
            <ac:spMk id="5" creationId="{2EF115A0-5647-61C7-D04B-59544EB7D88A}"/>
          </ac:spMkLst>
        </pc:spChg>
        <pc:spChg chg="add mod">
          <ac:chgData name="Fabian Gutierrez" userId="cd3f08d5-9c8b-42a4-8255-4a0693b9fb32" providerId="ADAL" clId="{8C5CA598-6895-42B6-AD2B-21D0BA6C7787}" dt="2025-08-23T18:01:31.812" v="7790" actId="790"/>
          <ac:spMkLst>
            <pc:docMk/>
            <pc:sldMk cId="3853304390" sldId="318"/>
            <ac:spMk id="6" creationId="{D3BE76AA-E225-D1AE-8F3F-6A5045E98DAF}"/>
          </ac:spMkLst>
        </pc:spChg>
        <pc:spChg chg="add mod">
          <ac:chgData name="Fabian Gutierrez" userId="cd3f08d5-9c8b-42a4-8255-4a0693b9fb32" providerId="ADAL" clId="{8C5CA598-6895-42B6-AD2B-21D0BA6C7787}" dt="2025-08-23T18:01:31.812" v="7790" actId="790"/>
          <ac:spMkLst>
            <pc:docMk/>
            <pc:sldMk cId="3853304390" sldId="318"/>
            <ac:spMk id="7" creationId="{2CDCF730-DE6A-9CD7-5B91-B5192FB2F474}"/>
          </ac:spMkLst>
        </pc:spChg>
        <pc:spChg chg="add mod ord">
          <ac:chgData name="Fabian Gutierrez" userId="cd3f08d5-9c8b-42a4-8255-4a0693b9fb32" providerId="ADAL" clId="{8C5CA598-6895-42B6-AD2B-21D0BA6C7787}" dt="2025-08-23T18:01:31.812" v="7790" actId="790"/>
          <ac:spMkLst>
            <pc:docMk/>
            <pc:sldMk cId="3853304390" sldId="318"/>
            <ac:spMk id="24" creationId="{628F44F8-BDF6-DFB2-60E3-9C4D25825CAD}"/>
          </ac:spMkLst>
        </pc:spChg>
      </pc:sldChg>
      <pc:sldChg chg="addSp delSp modSp new mod ord modClrScheme chgLayout">
        <pc:chgData name="Fabian Gutierrez" userId="cd3f08d5-9c8b-42a4-8255-4a0693b9fb32" providerId="ADAL" clId="{8C5CA598-6895-42B6-AD2B-21D0BA6C7787}" dt="2025-08-23T18:01:31.812" v="7790" actId="790"/>
        <pc:sldMkLst>
          <pc:docMk/>
          <pc:sldMk cId="3979022528" sldId="319"/>
        </pc:sldMkLst>
        <pc:spChg chg="add mod ord">
          <ac:chgData name="Fabian Gutierrez" userId="cd3f08d5-9c8b-42a4-8255-4a0693b9fb32" providerId="ADAL" clId="{8C5CA598-6895-42B6-AD2B-21D0BA6C7787}" dt="2025-08-23T18:01:31.812" v="7790" actId="790"/>
          <ac:spMkLst>
            <pc:docMk/>
            <pc:sldMk cId="3979022528" sldId="319"/>
            <ac:spMk id="7" creationId="{04D9F97D-9017-EF27-1456-79F11731E459}"/>
          </ac:spMkLst>
        </pc:spChg>
        <pc:spChg chg="add del mod ord">
          <ac:chgData name="Fabian Gutierrez" userId="cd3f08d5-9c8b-42a4-8255-4a0693b9fb32" providerId="ADAL" clId="{8C5CA598-6895-42B6-AD2B-21D0BA6C7787}" dt="2025-08-23T18:01:31.812" v="7790" actId="790"/>
          <ac:spMkLst>
            <pc:docMk/>
            <pc:sldMk cId="3979022528" sldId="319"/>
            <ac:spMk id="8" creationId="{C4BEEBFE-F1CE-7BBC-B918-1E371B7DE7F5}"/>
          </ac:spMkLst>
        </pc:spChg>
        <pc:spChg chg="add mod ord">
          <ac:chgData name="Fabian Gutierrez" userId="cd3f08d5-9c8b-42a4-8255-4a0693b9fb32" providerId="ADAL" clId="{8C5CA598-6895-42B6-AD2B-21D0BA6C7787}" dt="2025-08-23T18:01:31.812" v="7790" actId="790"/>
          <ac:spMkLst>
            <pc:docMk/>
            <pc:sldMk cId="3979022528" sldId="319"/>
            <ac:spMk id="10" creationId="{309DFAB7-75F7-212E-85D5-E5F374DEF87C}"/>
          </ac:spMkLst>
        </pc:spChg>
        <pc:spChg chg="add mod ord">
          <ac:chgData name="Fabian Gutierrez" userId="cd3f08d5-9c8b-42a4-8255-4a0693b9fb32" providerId="ADAL" clId="{8C5CA598-6895-42B6-AD2B-21D0BA6C7787}" dt="2025-08-23T18:01:31.812" v="7790" actId="790"/>
          <ac:spMkLst>
            <pc:docMk/>
            <pc:sldMk cId="3979022528" sldId="319"/>
            <ac:spMk id="11" creationId="{9D2ECF31-728C-C5A1-E474-93BFB45E6CDD}"/>
          </ac:spMkLst>
        </pc:spChg>
      </pc:sldChg>
      <pc:sldChg chg="addSp delSp modSp new mod ord modClrScheme chgLayout">
        <pc:chgData name="Fabian Gutierrez" userId="cd3f08d5-9c8b-42a4-8255-4a0693b9fb32" providerId="ADAL" clId="{8C5CA598-6895-42B6-AD2B-21D0BA6C7787}" dt="2025-08-23T18:01:31.812" v="7790" actId="790"/>
        <pc:sldMkLst>
          <pc:docMk/>
          <pc:sldMk cId="2517572090" sldId="320"/>
        </pc:sldMkLst>
        <pc:spChg chg="add mod ord">
          <ac:chgData name="Fabian Gutierrez" userId="cd3f08d5-9c8b-42a4-8255-4a0693b9fb32" providerId="ADAL" clId="{8C5CA598-6895-42B6-AD2B-21D0BA6C7787}" dt="2025-08-23T18:01:31.812" v="7790" actId="790"/>
          <ac:spMkLst>
            <pc:docMk/>
            <pc:sldMk cId="2517572090" sldId="320"/>
            <ac:spMk id="6" creationId="{42E1A95A-498D-4FBF-89B7-F69EA69E82DD}"/>
          </ac:spMkLst>
        </pc:spChg>
        <pc:spChg chg="add mod">
          <ac:chgData name="Fabian Gutierrez" userId="cd3f08d5-9c8b-42a4-8255-4a0693b9fb32" providerId="ADAL" clId="{8C5CA598-6895-42B6-AD2B-21D0BA6C7787}" dt="2025-08-23T18:01:31.812" v="7790" actId="790"/>
          <ac:spMkLst>
            <pc:docMk/>
            <pc:sldMk cId="2517572090" sldId="320"/>
            <ac:spMk id="21" creationId="{F40CBDC4-3712-E10A-FEB9-6B1A664ACDED}"/>
          </ac:spMkLst>
        </pc:spChg>
        <pc:spChg chg="add mod">
          <ac:chgData name="Fabian Gutierrez" userId="cd3f08d5-9c8b-42a4-8255-4a0693b9fb32" providerId="ADAL" clId="{8C5CA598-6895-42B6-AD2B-21D0BA6C7787}" dt="2025-08-23T18:01:31.812" v="7790" actId="790"/>
          <ac:spMkLst>
            <pc:docMk/>
            <pc:sldMk cId="2517572090" sldId="320"/>
            <ac:spMk id="23" creationId="{39EB40DD-8DAF-3E78-0C13-A19D417437AE}"/>
          </ac:spMkLst>
        </pc:spChg>
        <pc:picChg chg="add">
          <ac:chgData name="Fabian Gutierrez" userId="cd3f08d5-9c8b-42a4-8255-4a0693b9fb32" providerId="ADAL" clId="{8C5CA598-6895-42B6-AD2B-21D0BA6C7787}" dt="2025-08-06T23:13:59.790" v="755" actId="26606"/>
          <ac:picMkLst>
            <pc:docMk/>
            <pc:sldMk cId="2517572090" sldId="320"/>
            <ac:picMk id="17" creationId="{3BE09D86-E22C-E3B7-29B7-63FECE3C42F5}"/>
          </ac:picMkLst>
        </pc:picChg>
      </pc:sldChg>
      <pc:sldChg chg="addSp delSp modSp new mod modClrScheme addAnim delAnim modAnim chgLayout">
        <pc:chgData name="Fabian Gutierrez" userId="cd3f08d5-9c8b-42a4-8255-4a0693b9fb32" providerId="ADAL" clId="{8C5CA598-6895-42B6-AD2B-21D0BA6C7787}" dt="2025-08-23T18:01:31.812" v="7790" actId="790"/>
        <pc:sldMkLst>
          <pc:docMk/>
          <pc:sldMk cId="4170991085" sldId="321"/>
        </pc:sldMkLst>
        <pc:spChg chg="add mod">
          <ac:chgData name="Fabian Gutierrez" userId="cd3f08d5-9c8b-42a4-8255-4a0693b9fb32" providerId="ADAL" clId="{8C5CA598-6895-42B6-AD2B-21D0BA6C7787}" dt="2025-08-23T18:01:31.812" v="7790" actId="790"/>
          <ac:spMkLst>
            <pc:docMk/>
            <pc:sldMk cId="4170991085" sldId="321"/>
            <ac:spMk id="2" creationId="{E06EDEF2-BCE4-6B65-8040-B236FE07F2FC}"/>
          </ac:spMkLst>
        </pc:spChg>
        <pc:spChg chg="add mod">
          <ac:chgData name="Fabian Gutierrez" userId="cd3f08d5-9c8b-42a4-8255-4a0693b9fb32" providerId="ADAL" clId="{8C5CA598-6895-42B6-AD2B-21D0BA6C7787}" dt="2025-08-23T18:01:31.812" v="7790" actId="790"/>
          <ac:spMkLst>
            <pc:docMk/>
            <pc:sldMk cId="4170991085" sldId="321"/>
            <ac:spMk id="3" creationId="{FF1D6C2B-E084-945E-5E11-1E55A673DAAE}"/>
          </ac:spMkLst>
        </pc:spChg>
        <pc:spChg chg="add mod ord">
          <ac:chgData name="Fabian Gutierrez" userId="cd3f08d5-9c8b-42a4-8255-4a0693b9fb32" providerId="ADAL" clId="{8C5CA598-6895-42B6-AD2B-21D0BA6C7787}" dt="2025-08-23T18:01:31.812" v="7790" actId="790"/>
          <ac:spMkLst>
            <pc:docMk/>
            <pc:sldMk cId="4170991085" sldId="321"/>
            <ac:spMk id="43" creationId="{7FC601D8-EE3A-0CC7-7674-955C1D4023DA}"/>
          </ac:spMkLst>
        </pc:spChg>
        <pc:picChg chg="add del mod">
          <ac:chgData name="Fabian Gutierrez" userId="cd3f08d5-9c8b-42a4-8255-4a0693b9fb32" providerId="ADAL" clId="{8C5CA598-6895-42B6-AD2B-21D0BA6C7787}" dt="2025-08-13T21:02:38.635" v="6017" actId="1076"/>
          <ac:picMkLst>
            <pc:docMk/>
            <pc:sldMk cId="4170991085" sldId="321"/>
            <ac:picMk id="5" creationId="{2337F772-A4EC-FA14-F77B-271A1429017E}"/>
          </ac:picMkLst>
        </pc:picChg>
        <pc:picChg chg="add mod">
          <ac:chgData name="Fabian Gutierrez" userId="cd3f08d5-9c8b-42a4-8255-4a0693b9fb32" providerId="ADAL" clId="{8C5CA598-6895-42B6-AD2B-21D0BA6C7787}" dt="2025-08-13T21:05:20.776" v="6020" actId="208"/>
          <ac:picMkLst>
            <pc:docMk/>
            <pc:sldMk cId="4170991085" sldId="321"/>
            <ac:picMk id="7" creationId="{A0CC31F3-F775-7A6C-C799-36FBC09B9D99}"/>
          </ac:picMkLst>
        </pc:picChg>
      </pc:sldChg>
      <pc:sldChg chg="addSp delSp modSp add mod modClrScheme modAnim chgLayout">
        <pc:chgData name="Fabian Gutierrez" userId="cd3f08d5-9c8b-42a4-8255-4a0693b9fb32" providerId="ADAL" clId="{8C5CA598-6895-42B6-AD2B-21D0BA6C7787}" dt="2025-08-23T18:14:35.756" v="7793"/>
        <pc:sldMkLst>
          <pc:docMk/>
          <pc:sldMk cId="3087085370" sldId="322"/>
        </pc:sldMkLst>
        <pc:spChg chg="add mod">
          <ac:chgData name="Fabian Gutierrez" userId="cd3f08d5-9c8b-42a4-8255-4a0693b9fb32" providerId="ADAL" clId="{8C5CA598-6895-42B6-AD2B-21D0BA6C7787}" dt="2025-08-23T18:01:31.812" v="7790" actId="790"/>
          <ac:spMkLst>
            <pc:docMk/>
            <pc:sldMk cId="3087085370" sldId="322"/>
            <ac:spMk id="2" creationId="{2C65FD6B-5E8D-131F-6538-E1C509562795}"/>
          </ac:spMkLst>
        </pc:spChg>
        <pc:spChg chg="add mod">
          <ac:chgData name="Fabian Gutierrez" userId="cd3f08d5-9c8b-42a4-8255-4a0693b9fb32" providerId="ADAL" clId="{8C5CA598-6895-42B6-AD2B-21D0BA6C7787}" dt="2025-08-23T18:01:31.812" v="7790" actId="790"/>
          <ac:spMkLst>
            <pc:docMk/>
            <pc:sldMk cId="3087085370" sldId="322"/>
            <ac:spMk id="7" creationId="{E3CAFF64-3626-40F0-4B05-9E2742B76AD9}"/>
          </ac:spMkLst>
        </pc:spChg>
        <pc:spChg chg="mod ord">
          <ac:chgData name="Fabian Gutierrez" userId="cd3f08d5-9c8b-42a4-8255-4a0693b9fb32" providerId="ADAL" clId="{8C5CA598-6895-42B6-AD2B-21D0BA6C7787}" dt="2025-08-23T18:01:31.812" v="7790" actId="790"/>
          <ac:spMkLst>
            <pc:docMk/>
            <pc:sldMk cId="3087085370" sldId="322"/>
            <ac:spMk id="43" creationId="{BFBA0A05-08E8-D204-D1D9-6E29FA9B534D}"/>
          </ac:spMkLst>
        </pc:spChg>
        <pc:picChg chg="add mod">
          <ac:chgData name="Fabian Gutierrez" userId="cd3f08d5-9c8b-42a4-8255-4a0693b9fb32" providerId="ADAL" clId="{8C5CA598-6895-42B6-AD2B-21D0BA6C7787}" dt="2025-08-12T23:23:02" v="5448" actId="208"/>
          <ac:picMkLst>
            <pc:docMk/>
            <pc:sldMk cId="3087085370" sldId="322"/>
            <ac:picMk id="4" creationId="{6791FB65-D815-C2E0-FAEE-238C852238BC}"/>
          </ac:picMkLst>
        </pc:picChg>
        <pc:picChg chg="add mod">
          <ac:chgData name="Fabian Gutierrez" userId="cd3f08d5-9c8b-42a4-8255-4a0693b9fb32" providerId="ADAL" clId="{8C5CA598-6895-42B6-AD2B-21D0BA6C7787}" dt="2025-08-12T23:23:11.280" v="5449" actId="1076"/>
          <ac:picMkLst>
            <pc:docMk/>
            <pc:sldMk cId="3087085370" sldId="322"/>
            <ac:picMk id="6" creationId="{1C67D0BA-D2E3-56FC-1F0B-EA22B8B23C41}"/>
          </ac:picMkLst>
        </pc:picChg>
      </pc:sldChg>
      <pc:sldChg chg="addSp delSp modSp new mod ord modClrScheme modAnim chgLayout">
        <pc:chgData name="Fabian Gutierrez" userId="cd3f08d5-9c8b-42a4-8255-4a0693b9fb32" providerId="ADAL" clId="{8C5CA598-6895-42B6-AD2B-21D0BA6C7787}" dt="2025-08-23T18:15:16.018" v="7797"/>
        <pc:sldMkLst>
          <pc:docMk/>
          <pc:sldMk cId="3535740736" sldId="323"/>
        </pc:sldMkLst>
        <pc:spChg chg="add mod">
          <ac:chgData name="Fabian Gutierrez" userId="cd3f08d5-9c8b-42a4-8255-4a0693b9fb32" providerId="ADAL" clId="{8C5CA598-6895-42B6-AD2B-21D0BA6C7787}" dt="2025-08-23T18:01:31.812" v="7790" actId="790"/>
          <ac:spMkLst>
            <pc:docMk/>
            <pc:sldMk cId="3535740736" sldId="323"/>
            <ac:spMk id="2" creationId="{A1C19C61-84E0-3D87-C858-CBCDB2A7525F}"/>
          </ac:spMkLst>
        </pc:spChg>
        <pc:spChg chg="add mod ord">
          <ac:chgData name="Fabian Gutierrez" userId="cd3f08d5-9c8b-42a4-8255-4a0693b9fb32" providerId="ADAL" clId="{8C5CA598-6895-42B6-AD2B-21D0BA6C7787}" dt="2025-08-23T18:01:31.812" v="7790" actId="790"/>
          <ac:spMkLst>
            <pc:docMk/>
            <pc:sldMk cId="3535740736" sldId="323"/>
            <ac:spMk id="6" creationId="{E723ED5E-6D3C-DCEA-FC86-7F867AE86A7C}"/>
          </ac:spMkLst>
        </pc:spChg>
        <pc:spChg chg="add mod">
          <ac:chgData name="Fabian Gutierrez" userId="cd3f08d5-9c8b-42a4-8255-4a0693b9fb32" providerId="ADAL" clId="{8C5CA598-6895-42B6-AD2B-21D0BA6C7787}" dt="2025-08-23T18:01:31.812" v="7790" actId="790"/>
          <ac:spMkLst>
            <pc:docMk/>
            <pc:sldMk cId="3535740736" sldId="323"/>
            <ac:spMk id="14" creationId="{9CEC85BB-6B98-B868-F6BD-053A87EB523B}"/>
          </ac:spMkLst>
        </pc:spChg>
        <pc:spChg chg="add mod">
          <ac:chgData name="Fabian Gutierrez" userId="cd3f08d5-9c8b-42a4-8255-4a0693b9fb32" providerId="ADAL" clId="{8C5CA598-6895-42B6-AD2B-21D0BA6C7787}" dt="2025-08-23T18:01:31.812" v="7790" actId="790"/>
          <ac:spMkLst>
            <pc:docMk/>
            <pc:sldMk cId="3535740736" sldId="323"/>
            <ac:spMk id="15" creationId="{C347E940-4F0E-08D0-7481-29CAC8086D6F}"/>
          </ac:spMkLst>
        </pc:spChg>
        <pc:picChg chg="add mod">
          <ac:chgData name="Fabian Gutierrez" userId="cd3f08d5-9c8b-42a4-8255-4a0693b9fb32" providerId="ADAL" clId="{8C5CA598-6895-42B6-AD2B-21D0BA6C7787}" dt="2025-08-13T21:43:30.378" v="6408" actId="14100"/>
          <ac:picMkLst>
            <pc:docMk/>
            <pc:sldMk cId="3535740736" sldId="323"/>
            <ac:picMk id="4" creationId="{4A61098D-3DC9-7A6A-5823-02E472370722}"/>
          </ac:picMkLst>
        </pc:picChg>
        <pc:picChg chg="add mod">
          <ac:chgData name="Fabian Gutierrez" userId="cd3f08d5-9c8b-42a4-8255-4a0693b9fb32" providerId="ADAL" clId="{8C5CA598-6895-42B6-AD2B-21D0BA6C7787}" dt="2025-08-13T22:11:29.740" v="6526" actId="208"/>
          <ac:picMkLst>
            <pc:docMk/>
            <pc:sldMk cId="3535740736" sldId="323"/>
            <ac:picMk id="5" creationId="{AEFC861B-AEEF-4FAB-EEF9-AD3CA5E93FE9}"/>
          </ac:picMkLst>
        </pc:picChg>
      </pc:sldChg>
      <pc:sldChg chg="addSp delSp modSp new mod modClrScheme delAnim modAnim chgLayout">
        <pc:chgData name="Fabian Gutierrez" userId="cd3f08d5-9c8b-42a4-8255-4a0693b9fb32" providerId="ADAL" clId="{8C5CA598-6895-42B6-AD2B-21D0BA6C7787}" dt="2025-08-23T18:01:31.812" v="7790" actId="790"/>
        <pc:sldMkLst>
          <pc:docMk/>
          <pc:sldMk cId="2828883957" sldId="324"/>
        </pc:sldMkLst>
        <pc:spChg chg="add mod ord">
          <ac:chgData name="Fabian Gutierrez" userId="cd3f08d5-9c8b-42a4-8255-4a0693b9fb32" providerId="ADAL" clId="{8C5CA598-6895-42B6-AD2B-21D0BA6C7787}" dt="2025-08-23T18:01:31.812" v="7790" actId="790"/>
          <ac:spMkLst>
            <pc:docMk/>
            <pc:sldMk cId="2828883957" sldId="324"/>
            <ac:spMk id="3" creationId="{04BF91BB-827B-DBDC-5BCF-D01B45E9D250}"/>
          </ac:spMkLst>
        </pc:spChg>
        <pc:spChg chg="add mod">
          <ac:chgData name="Fabian Gutierrez" userId="cd3f08d5-9c8b-42a4-8255-4a0693b9fb32" providerId="ADAL" clId="{8C5CA598-6895-42B6-AD2B-21D0BA6C7787}" dt="2025-08-23T18:01:31.812" v="7790" actId="790"/>
          <ac:spMkLst>
            <pc:docMk/>
            <pc:sldMk cId="2828883957" sldId="324"/>
            <ac:spMk id="6" creationId="{AD179921-E3CC-4F59-4F7A-73551FF0844D}"/>
          </ac:spMkLst>
        </pc:spChg>
        <pc:spChg chg="add mod">
          <ac:chgData name="Fabian Gutierrez" userId="cd3f08d5-9c8b-42a4-8255-4a0693b9fb32" providerId="ADAL" clId="{8C5CA598-6895-42B6-AD2B-21D0BA6C7787}" dt="2025-08-23T18:01:31.812" v="7790" actId="790"/>
          <ac:spMkLst>
            <pc:docMk/>
            <pc:sldMk cId="2828883957" sldId="324"/>
            <ac:spMk id="9" creationId="{ADBF89A3-96D5-6F30-7CCA-BBD5441BC99D}"/>
          </ac:spMkLst>
        </pc:spChg>
        <pc:picChg chg="add mod">
          <ac:chgData name="Fabian Gutierrez" userId="cd3f08d5-9c8b-42a4-8255-4a0693b9fb32" providerId="ADAL" clId="{8C5CA598-6895-42B6-AD2B-21D0BA6C7787}" dt="2025-08-13T22:31:20.572" v="6622" actId="14100"/>
          <ac:picMkLst>
            <pc:docMk/>
            <pc:sldMk cId="2828883957" sldId="324"/>
            <ac:picMk id="8" creationId="{14D37EEA-4DD0-52B9-8243-71AE67CF0E20}"/>
          </ac:picMkLst>
        </pc:picChg>
        <pc:picChg chg="add mod">
          <ac:chgData name="Fabian Gutierrez" userId="cd3f08d5-9c8b-42a4-8255-4a0693b9fb32" providerId="ADAL" clId="{8C5CA598-6895-42B6-AD2B-21D0BA6C7787}" dt="2025-08-13T22:31:25.545" v="6623" actId="14100"/>
          <ac:picMkLst>
            <pc:docMk/>
            <pc:sldMk cId="2828883957" sldId="324"/>
            <ac:picMk id="11" creationId="{B0183A63-8645-6B54-4F5C-2EB9F4628FD4}"/>
          </ac:picMkLst>
        </pc:picChg>
      </pc:sldChg>
      <pc:sldChg chg="addSp delSp modSp new mod modClrScheme chgLayout">
        <pc:chgData name="Fabian Gutierrez" userId="cd3f08d5-9c8b-42a4-8255-4a0693b9fb32" providerId="ADAL" clId="{8C5CA598-6895-42B6-AD2B-21D0BA6C7787}" dt="2025-08-23T18:01:31.812" v="7790" actId="790"/>
        <pc:sldMkLst>
          <pc:docMk/>
          <pc:sldMk cId="2028253197" sldId="325"/>
        </pc:sldMkLst>
        <pc:spChg chg="add mod ord">
          <ac:chgData name="Fabian Gutierrez" userId="cd3f08d5-9c8b-42a4-8255-4a0693b9fb32" providerId="ADAL" clId="{8C5CA598-6895-42B6-AD2B-21D0BA6C7787}" dt="2025-08-23T18:01:31.812" v="7790" actId="790"/>
          <ac:spMkLst>
            <pc:docMk/>
            <pc:sldMk cId="2028253197" sldId="325"/>
            <ac:spMk id="3" creationId="{90CEEBF9-DCB3-3650-401C-AF2C0AC0FE75}"/>
          </ac:spMkLst>
        </pc:spChg>
        <pc:spChg chg="add mod">
          <ac:chgData name="Fabian Gutierrez" userId="cd3f08d5-9c8b-42a4-8255-4a0693b9fb32" providerId="ADAL" clId="{8C5CA598-6895-42B6-AD2B-21D0BA6C7787}" dt="2025-08-23T18:01:31.812" v="7790" actId="790"/>
          <ac:spMkLst>
            <pc:docMk/>
            <pc:sldMk cId="2028253197" sldId="325"/>
            <ac:spMk id="9" creationId="{AC3F9B0A-05D2-7C53-3B86-98E09DAE6B58}"/>
          </ac:spMkLst>
        </pc:spChg>
        <pc:picChg chg="add mod">
          <ac:chgData name="Fabian Gutierrez" userId="cd3f08d5-9c8b-42a4-8255-4a0693b9fb32" providerId="ADAL" clId="{8C5CA598-6895-42B6-AD2B-21D0BA6C7787}" dt="2025-08-08T20:34:18.923" v="1323" actId="1076"/>
          <ac:picMkLst>
            <pc:docMk/>
            <pc:sldMk cId="2028253197" sldId="325"/>
            <ac:picMk id="6" creationId="{80E8ABEE-2FCF-8AB3-3757-03EB60D90BDC}"/>
          </ac:picMkLst>
        </pc:picChg>
        <pc:picChg chg="add mod">
          <ac:chgData name="Fabian Gutierrez" userId="cd3f08d5-9c8b-42a4-8255-4a0693b9fb32" providerId="ADAL" clId="{8C5CA598-6895-42B6-AD2B-21D0BA6C7787}" dt="2025-08-08T20:31:21.570" v="1203" actId="208"/>
          <ac:picMkLst>
            <pc:docMk/>
            <pc:sldMk cId="2028253197" sldId="325"/>
            <ac:picMk id="8" creationId="{D7AB6B4E-4E42-11B6-6C03-3BAC29D43E15}"/>
          </ac:picMkLst>
        </pc:picChg>
      </pc:sldChg>
      <pc:sldChg chg="addSp delSp modSp new mod modClrScheme modAnim chgLayout">
        <pc:chgData name="Fabian Gutierrez" userId="cd3f08d5-9c8b-42a4-8255-4a0693b9fb32" providerId="ADAL" clId="{8C5CA598-6895-42B6-AD2B-21D0BA6C7787}" dt="2025-08-23T18:27:17.133" v="7823" actId="1076"/>
        <pc:sldMkLst>
          <pc:docMk/>
          <pc:sldMk cId="1450635575" sldId="326"/>
        </pc:sldMkLst>
        <pc:spChg chg="add mod ord">
          <ac:chgData name="Fabian Gutierrez" userId="cd3f08d5-9c8b-42a4-8255-4a0693b9fb32" providerId="ADAL" clId="{8C5CA598-6895-42B6-AD2B-21D0BA6C7787}" dt="2025-08-23T18:01:31.812" v="7790" actId="790"/>
          <ac:spMkLst>
            <pc:docMk/>
            <pc:sldMk cId="1450635575" sldId="326"/>
            <ac:spMk id="3" creationId="{5F54FAB8-8C9A-4E77-0DE3-D990B3EF051F}"/>
          </ac:spMkLst>
        </pc:spChg>
        <pc:spChg chg="add mod">
          <ac:chgData name="Fabian Gutierrez" userId="cd3f08d5-9c8b-42a4-8255-4a0693b9fb32" providerId="ADAL" clId="{8C5CA598-6895-42B6-AD2B-21D0BA6C7787}" dt="2025-08-23T18:26:54.749" v="7821" actId="14100"/>
          <ac:spMkLst>
            <pc:docMk/>
            <pc:sldMk cId="1450635575" sldId="326"/>
            <ac:spMk id="7" creationId="{04F9F0BD-825C-CA23-4298-2CB46656EE5E}"/>
          </ac:spMkLst>
        </pc:spChg>
        <pc:picChg chg="add mod">
          <ac:chgData name="Fabian Gutierrez" userId="cd3f08d5-9c8b-42a4-8255-4a0693b9fb32" providerId="ADAL" clId="{8C5CA598-6895-42B6-AD2B-21D0BA6C7787}" dt="2025-08-23T18:27:17.133" v="7823" actId="1076"/>
          <ac:picMkLst>
            <pc:docMk/>
            <pc:sldMk cId="1450635575" sldId="326"/>
            <ac:picMk id="2" creationId="{DAE89473-2E62-D63F-485D-974D84EE1211}"/>
          </ac:picMkLst>
        </pc:picChg>
        <pc:picChg chg="add mod">
          <ac:chgData name="Fabian Gutierrez" userId="cd3f08d5-9c8b-42a4-8255-4a0693b9fb32" providerId="ADAL" clId="{8C5CA598-6895-42B6-AD2B-21D0BA6C7787}" dt="2025-08-08T20:14:02.524" v="1161" actId="208"/>
          <ac:picMkLst>
            <pc:docMk/>
            <pc:sldMk cId="1450635575" sldId="326"/>
            <ac:picMk id="4" creationId="{9F16CDF2-EEA2-FD1B-A6C1-64A4D747E173}"/>
          </ac:picMkLst>
        </pc:picChg>
        <pc:picChg chg="add mod">
          <ac:chgData name="Fabian Gutierrez" userId="cd3f08d5-9c8b-42a4-8255-4a0693b9fb32" providerId="ADAL" clId="{8C5CA598-6895-42B6-AD2B-21D0BA6C7787}" dt="2025-08-08T20:14:11.214" v="1162" actId="208"/>
          <ac:picMkLst>
            <pc:docMk/>
            <pc:sldMk cId="1450635575" sldId="326"/>
            <ac:picMk id="6" creationId="{F919E882-1FD3-0942-50DA-84CE4DC2FB57}"/>
          </ac:picMkLst>
        </pc:picChg>
      </pc:sldChg>
      <pc:sldChg chg="addSp delSp modSp new mod ord modClrScheme chgLayout">
        <pc:chgData name="Fabian Gutierrez" userId="cd3f08d5-9c8b-42a4-8255-4a0693b9fb32" providerId="ADAL" clId="{8C5CA598-6895-42B6-AD2B-21D0BA6C7787}" dt="2025-08-23T18:01:31.812" v="7790" actId="790"/>
        <pc:sldMkLst>
          <pc:docMk/>
          <pc:sldMk cId="2206889459" sldId="327"/>
        </pc:sldMkLst>
        <pc:spChg chg="add mod">
          <ac:chgData name="Fabian Gutierrez" userId="cd3f08d5-9c8b-42a4-8255-4a0693b9fb32" providerId="ADAL" clId="{8C5CA598-6895-42B6-AD2B-21D0BA6C7787}" dt="2025-08-23T18:01:31.812" v="7790" actId="790"/>
          <ac:spMkLst>
            <pc:docMk/>
            <pc:sldMk cId="2206889459" sldId="327"/>
            <ac:spMk id="2" creationId="{8D852CBB-2E13-9634-1AE7-C4C859CBE9BB}"/>
          </ac:spMkLst>
        </pc:spChg>
        <pc:spChg chg="add mod">
          <ac:chgData name="Fabian Gutierrez" userId="cd3f08d5-9c8b-42a4-8255-4a0693b9fb32" providerId="ADAL" clId="{8C5CA598-6895-42B6-AD2B-21D0BA6C7787}" dt="2025-08-23T18:01:31.812" v="7790" actId="790"/>
          <ac:spMkLst>
            <pc:docMk/>
            <pc:sldMk cId="2206889459" sldId="327"/>
            <ac:spMk id="3" creationId="{00412CE7-58E8-7255-3CD0-F25B20AD737E}"/>
          </ac:spMkLst>
        </pc:spChg>
        <pc:spChg chg="add mod ord">
          <ac:chgData name="Fabian Gutierrez" userId="cd3f08d5-9c8b-42a4-8255-4a0693b9fb32" providerId="ADAL" clId="{8C5CA598-6895-42B6-AD2B-21D0BA6C7787}" dt="2025-08-23T18:01:31.812" v="7790" actId="790"/>
          <ac:spMkLst>
            <pc:docMk/>
            <pc:sldMk cId="2206889459" sldId="327"/>
            <ac:spMk id="8" creationId="{2AA87217-F081-D566-4CB5-FFCBC5F69EDF}"/>
          </ac:spMkLst>
        </pc:spChg>
      </pc:sldChg>
      <pc:sldChg chg="addSp delSp modSp new mod modClrScheme chgLayout">
        <pc:chgData name="Fabian Gutierrez" userId="cd3f08d5-9c8b-42a4-8255-4a0693b9fb32" providerId="ADAL" clId="{8C5CA598-6895-42B6-AD2B-21D0BA6C7787}" dt="2025-08-23T18:01:31.812" v="7790" actId="790"/>
        <pc:sldMkLst>
          <pc:docMk/>
          <pc:sldMk cId="815667274" sldId="328"/>
        </pc:sldMkLst>
        <pc:spChg chg="add mod ord">
          <ac:chgData name="Fabian Gutierrez" userId="cd3f08d5-9c8b-42a4-8255-4a0693b9fb32" providerId="ADAL" clId="{8C5CA598-6895-42B6-AD2B-21D0BA6C7787}" dt="2025-08-23T18:01:31.812" v="7790" actId="790"/>
          <ac:spMkLst>
            <pc:docMk/>
            <pc:sldMk cId="815667274" sldId="328"/>
            <ac:spMk id="3" creationId="{DE7CEBC5-1E24-8CC8-7F0D-8497FC265E09}"/>
          </ac:spMkLst>
        </pc:spChg>
        <pc:spChg chg="add mod">
          <ac:chgData name="Fabian Gutierrez" userId="cd3f08d5-9c8b-42a4-8255-4a0693b9fb32" providerId="ADAL" clId="{8C5CA598-6895-42B6-AD2B-21D0BA6C7787}" dt="2025-08-23T18:01:31.812" v="7790" actId="790"/>
          <ac:spMkLst>
            <pc:docMk/>
            <pc:sldMk cId="815667274" sldId="328"/>
            <ac:spMk id="12" creationId="{80656C26-F3AA-6C35-5165-ECCE8F0243E2}"/>
          </ac:spMkLst>
        </pc:spChg>
        <pc:spChg chg="add mod">
          <ac:chgData name="Fabian Gutierrez" userId="cd3f08d5-9c8b-42a4-8255-4a0693b9fb32" providerId="ADAL" clId="{8C5CA598-6895-42B6-AD2B-21D0BA6C7787}" dt="2025-08-23T18:01:31.812" v="7790" actId="790"/>
          <ac:spMkLst>
            <pc:docMk/>
            <pc:sldMk cId="815667274" sldId="328"/>
            <ac:spMk id="14" creationId="{8C381915-F3AE-C44E-1F99-6526014D1E5D}"/>
          </ac:spMkLst>
        </pc:spChg>
        <pc:picChg chg="add">
          <ac:chgData name="Fabian Gutierrez" userId="cd3f08d5-9c8b-42a4-8255-4a0693b9fb32" providerId="ADAL" clId="{8C5CA598-6895-42B6-AD2B-21D0BA6C7787}" dt="2025-08-06T23:16:02.011" v="760" actId="26606"/>
          <ac:picMkLst>
            <pc:docMk/>
            <pc:sldMk cId="815667274" sldId="328"/>
            <ac:picMk id="8" creationId="{659349D2-1C6C-E662-32B8-30B40468FAAD}"/>
          </ac:picMkLst>
        </pc:picChg>
      </pc:sldChg>
      <pc:sldChg chg="modSp add mod ord">
        <pc:chgData name="Fabian Gutierrez" userId="cd3f08d5-9c8b-42a4-8255-4a0693b9fb32" providerId="ADAL" clId="{8C5CA598-6895-42B6-AD2B-21D0BA6C7787}" dt="2025-08-23T18:01:31.812" v="7790" actId="790"/>
        <pc:sldMkLst>
          <pc:docMk/>
          <pc:sldMk cId="288263870" sldId="329"/>
        </pc:sldMkLst>
        <pc:spChg chg="mod">
          <ac:chgData name="Fabian Gutierrez" userId="cd3f08d5-9c8b-42a4-8255-4a0693b9fb32" providerId="ADAL" clId="{8C5CA598-6895-42B6-AD2B-21D0BA6C7787}" dt="2025-08-23T18:01:31.812" v="7790" actId="790"/>
          <ac:spMkLst>
            <pc:docMk/>
            <pc:sldMk cId="288263870" sldId="329"/>
            <ac:spMk id="3" creationId="{8B36CDBF-34BC-A8C7-7857-C7703C1BE044}"/>
          </ac:spMkLst>
        </pc:spChg>
        <pc:spChg chg="mod">
          <ac:chgData name="Fabian Gutierrez" userId="cd3f08d5-9c8b-42a4-8255-4a0693b9fb32" providerId="ADAL" clId="{8C5CA598-6895-42B6-AD2B-21D0BA6C7787}" dt="2025-08-23T18:01:31.812" v="7790" actId="790"/>
          <ac:spMkLst>
            <pc:docMk/>
            <pc:sldMk cId="288263870" sldId="329"/>
            <ac:spMk id="12" creationId="{FB451DE4-2EEB-F794-D397-80AFC5089194}"/>
          </ac:spMkLst>
        </pc:spChg>
        <pc:spChg chg="mod">
          <ac:chgData name="Fabian Gutierrez" userId="cd3f08d5-9c8b-42a4-8255-4a0693b9fb32" providerId="ADAL" clId="{8C5CA598-6895-42B6-AD2B-21D0BA6C7787}" dt="2025-08-23T18:01:31.812" v="7790" actId="790"/>
          <ac:spMkLst>
            <pc:docMk/>
            <pc:sldMk cId="288263870" sldId="329"/>
            <ac:spMk id="14" creationId="{780F787F-0743-994D-1B9E-2BB837503EF4}"/>
          </ac:spMkLst>
        </pc:spChg>
      </pc:sldChg>
      <pc:sldChg chg="addSp delSp modSp new mod ord modClrScheme chgLayout">
        <pc:chgData name="Fabian Gutierrez" userId="cd3f08d5-9c8b-42a4-8255-4a0693b9fb32" providerId="ADAL" clId="{8C5CA598-6895-42B6-AD2B-21D0BA6C7787}" dt="2025-08-23T18:23:46.389" v="7817" actId="962"/>
        <pc:sldMkLst>
          <pc:docMk/>
          <pc:sldMk cId="2289788037" sldId="330"/>
        </pc:sldMkLst>
        <pc:spChg chg="add mod">
          <ac:chgData name="Fabian Gutierrez" userId="cd3f08d5-9c8b-42a4-8255-4a0693b9fb32" providerId="ADAL" clId="{8C5CA598-6895-42B6-AD2B-21D0BA6C7787}" dt="2025-08-23T18:22:58.414" v="7814" actId="931"/>
          <ac:spMkLst>
            <pc:docMk/>
            <pc:sldMk cId="2289788037" sldId="330"/>
            <ac:spMk id="4" creationId="{97F557A0-5B83-C3EC-3D2E-66DE869F845D}"/>
          </ac:spMkLst>
        </pc:spChg>
        <pc:spChg chg="mod ord">
          <ac:chgData name="Fabian Gutierrez" userId="cd3f08d5-9c8b-42a4-8255-4a0693b9fb32" providerId="ADAL" clId="{8C5CA598-6895-42B6-AD2B-21D0BA6C7787}" dt="2025-08-23T18:01:31.812" v="7790" actId="790"/>
          <ac:spMkLst>
            <pc:docMk/>
            <pc:sldMk cId="2289788037" sldId="330"/>
            <ac:spMk id="5" creationId="{354C2F08-14EF-4746-F478-0B1E6C67EE71}"/>
          </ac:spMkLst>
        </pc:spChg>
        <pc:spChg chg="add mod ord">
          <ac:chgData name="Fabian Gutierrez" userId="cd3f08d5-9c8b-42a4-8255-4a0693b9fb32" providerId="ADAL" clId="{8C5CA598-6895-42B6-AD2B-21D0BA6C7787}" dt="2025-08-23T18:01:31.812" v="7790" actId="790"/>
          <ac:spMkLst>
            <pc:docMk/>
            <pc:sldMk cId="2289788037" sldId="330"/>
            <ac:spMk id="11" creationId="{D507CE4C-5E00-F09D-BD90-F374D147A1A0}"/>
          </ac:spMkLst>
        </pc:spChg>
        <pc:spChg chg="add del mod ord">
          <ac:chgData name="Fabian Gutierrez" userId="cd3f08d5-9c8b-42a4-8255-4a0693b9fb32" providerId="ADAL" clId="{8C5CA598-6895-42B6-AD2B-21D0BA6C7787}" dt="2025-08-23T18:23:44.998" v="7815" actId="931"/>
          <ac:spMkLst>
            <pc:docMk/>
            <pc:sldMk cId="2289788037" sldId="330"/>
            <ac:spMk id="12" creationId="{33A3046C-F158-F0BE-52A7-E41B35CB069D}"/>
          </ac:spMkLst>
        </pc:spChg>
        <pc:spChg chg="add mod ord">
          <ac:chgData name="Fabian Gutierrez" userId="cd3f08d5-9c8b-42a4-8255-4a0693b9fb32" providerId="ADAL" clId="{8C5CA598-6895-42B6-AD2B-21D0BA6C7787}" dt="2025-08-23T18:01:31.812" v="7790" actId="790"/>
          <ac:spMkLst>
            <pc:docMk/>
            <pc:sldMk cId="2289788037" sldId="330"/>
            <ac:spMk id="13" creationId="{3CB96F4E-1A0E-8257-F764-F77C976183C0}"/>
          </ac:spMkLst>
        </pc:spChg>
        <pc:picChg chg="add mod">
          <ac:chgData name="Fabian Gutierrez" userId="cd3f08d5-9c8b-42a4-8255-4a0693b9fb32" providerId="ADAL" clId="{8C5CA598-6895-42B6-AD2B-21D0BA6C7787}" dt="2025-08-23T18:22:58.414" v="7814" actId="931"/>
          <ac:picMkLst>
            <pc:docMk/>
            <pc:sldMk cId="2289788037" sldId="330"/>
            <ac:picMk id="3" creationId="{416FC199-F3C1-C82C-809D-3F94B8E6FD52}"/>
          </ac:picMkLst>
        </pc:picChg>
        <pc:picChg chg="add mod">
          <ac:chgData name="Fabian Gutierrez" userId="cd3f08d5-9c8b-42a4-8255-4a0693b9fb32" providerId="ADAL" clId="{8C5CA598-6895-42B6-AD2B-21D0BA6C7787}" dt="2025-08-23T18:23:46.389" v="7817" actId="962"/>
          <ac:picMkLst>
            <pc:docMk/>
            <pc:sldMk cId="2289788037" sldId="330"/>
            <ac:picMk id="7" creationId="{710FD393-4A7E-AA67-96D7-25A8CB56763E}"/>
          </ac:picMkLst>
        </pc:picChg>
      </pc:sldChg>
      <pc:sldChg chg="modSp new del mod">
        <pc:chgData name="Fabian Gutierrez" userId="cd3f08d5-9c8b-42a4-8255-4a0693b9fb32" providerId="ADAL" clId="{8C5CA598-6895-42B6-AD2B-21D0BA6C7787}" dt="2025-08-06T23:25:31.658" v="832" actId="47"/>
        <pc:sldMkLst>
          <pc:docMk/>
          <pc:sldMk cId="2631449085" sldId="331"/>
        </pc:sldMkLst>
      </pc:sldChg>
      <pc:sldChg chg="modSp add mod">
        <pc:chgData name="Fabian Gutierrez" userId="cd3f08d5-9c8b-42a4-8255-4a0693b9fb32" providerId="ADAL" clId="{8C5CA598-6895-42B6-AD2B-21D0BA6C7787}" dt="2025-08-23T18:01:31.812" v="7790" actId="790"/>
        <pc:sldMkLst>
          <pc:docMk/>
          <pc:sldMk cId="4124183309" sldId="332"/>
        </pc:sldMkLst>
        <pc:spChg chg="mod">
          <ac:chgData name="Fabian Gutierrez" userId="cd3f08d5-9c8b-42a4-8255-4a0693b9fb32" providerId="ADAL" clId="{8C5CA598-6895-42B6-AD2B-21D0BA6C7787}" dt="2025-08-23T18:01:31.812" v="7790" actId="790"/>
          <ac:spMkLst>
            <pc:docMk/>
            <pc:sldMk cId="4124183309" sldId="332"/>
            <ac:spMk id="4" creationId="{3958B33D-1929-77FB-E55A-D9B1330899B8}"/>
          </ac:spMkLst>
        </pc:spChg>
        <pc:spChg chg="mod">
          <ac:chgData name="Fabian Gutierrez" userId="cd3f08d5-9c8b-42a4-8255-4a0693b9fb32" providerId="ADAL" clId="{8C5CA598-6895-42B6-AD2B-21D0BA6C7787}" dt="2025-08-23T18:01:31.812" v="7790" actId="790"/>
          <ac:spMkLst>
            <pc:docMk/>
            <pc:sldMk cId="4124183309" sldId="332"/>
            <ac:spMk id="6" creationId="{F5087232-4202-8C30-477E-BDEB0DC002AE}"/>
          </ac:spMkLst>
        </pc:spChg>
        <pc:spChg chg="mod">
          <ac:chgData name="Fabian Gutierrez" userId="cd3f08d5-9c8b-42a4-8255-4a0693b9fb32" providerId="ADAL" clId="{8C5CA598-6895-42B6-AD2B-21D0BA6C7787}" dt="2025-08-23T18:01:31.812" v="7790" actId="790"/>
          <ac:spMkLst>
            <pc:docMk/>
            <pc:sldMk cId="4124183309" sldId="332"/>
            <ac:spMk id="43" creationId="{C21A718D-FDEF-8305-5742-E479C57FBA49}"/>
          </ac:spMkLst>
        </pc:spChg>
      </pc:sldChg>
      <pc:sldChg chg="addSp delSp modSp new mod modClrScheme chgLayout">
        <pc:chgData name="Fabian Gutierrez" userId="cd3f08d5-9c8b-42a4-8255-4a0693b9fb32" providerId="ADAL" clId="{8C5CA598-6895-42B6-AD2B-21D0BA6C7787}" dt="2025-08-23T18:01:31.812" v="7790" actId="790"/>
        <pc:sldMkLst>
          <pc:docMk/>
          <pc:sldMk cId="2569300350" sldId="333"/>
        </pc:sldMkLst>
        <pc:spChg chg="add mod">
          <ac:chgData name="Fabian Gutierrez" userId="cd3f08d5-9c8b-42a4-8255-4a0693b9fb32" providerId="ADAL" clId="{8C5CA598-6895-42B6-AD2B-21D0BA6C7787}" dt="2025-08-23T18:01:31.812" v="7790" actId="790"/>
          <ac:spMkLst>
            <pc:docMk/>
            <pc:sldMk cId="2569300350" sldId="333"/>
            <ac:spMk id="3" creationId="{C79D4247-8BBD-4655-C4D8-858DF9449F11}"/>
          </ac:spMkLst>
        </pc:spChg>
        <pc:spChg chg="add mod ord">
          <ac:chgData name="Fabian Gutierrez" userId="cd3f08d5-9c8b-42a4-8255-4a0693b9fb32" providerId="ADAL" clId="{8C5CA598-6895-42B6-AD2B-21D0BA6C7787}" dt="2025-08-23T18:01:31.812" v="7790" actId="790"/>
          <ac:spMkLst>
            <pc:docMk/>
            <pc:sldMk cId="2569300350" sldId="333"/>
            <ac:spMk id="6" creationId="{773F0BBA-F9D6-3F67-EB08-87AE11B9109B}"/>
          </ac:spMkLst>
        </pc:spChg>
        <pc:picChg chg="add mod">
          <ac:chgData name="Fabian Gutierrez" userId="cd3f08d5-9c8b-42a4-8255-4a0693b9fb32" providerId="ADAL" clId="{8C5CA598-6895-42B6-AD2B-21D0BA6C7787}" dt="2025-08-10T10:04:48.489" v="3969" actId="1076"/>
          <ac:picMkLst>
            <pc:docMk/>
            <pc:sldMk cId="2569300350" sldId="333"/>
            <ac:picMk id="5" creationId="{D0D6639D-4161-2162-000A-FC6B60CD9FFB}"/>
          </ac:picMkLst>
        </pc:picChg>
      </pc:sldChg>
      <pc:sldChg chg="addSp delSp modSp add mod modAnim">
        <pc:chgData name="Fabian Gutierrez" userId="cd3f08d5-9c8b-42a4-8255-4a0693b9fb32" providerId="ADAL" clId="{8C5CA598-6895-42B6-AD2B-21D0BA6C7787}" dt="2025-08-23T18:01:31.812" v="7790" actId="790"/>
        <pc:sldMkLst>
          <pc:docMk/>
          <pc:sldMk cId="1804065079" sldId="334"/>
        </pc:sldMkLst>
        <pc:spChg chg="mod">
          <ac:chgData name="Fabian Gutierrez" userId="cd3f08d5-9c8b-42a4-8255-4a0693b9fb32" providerId="ADAL" clId="{8C5CA598-6895-42B6-AD2B-21D0BA6C7787}" dt="2025-08-23T18:01:31.812" v="7790" actId="790"/>
          <ac:spMkLst>
            <pc:docMk/>
            <pc:sldMk cId="1804065079" sldId="334"/>
            <ac:spMk id="2" creationId="{7552DFB0-B638-108E-5D16-92644E7FEBA2}"/>
          </ac:spMkLst>
        </pc:spChg>
        <pc:spChg chg="mod">
          <ac:chgData name="Fabian Gutierrez" userId="cd3f08d5-9c8b-42a4-8255-4a0693b9fb32" providerId="ADAL" clId="{8C5CA598-6895-42B6-AD2B-21D0BA6C7787}" dt="2025-08-23T18:01:31.812" v="7790" actId="790"/>
          <ac:spMkLst>
            <pc:docMk/>
            <pc:sldMk cId="1804065079" sldId="334"/>
            <ac:spMk id="8" creationId="{BFABA035-05C6-D77A-6B55-E245B0BEC9E4}"/>
          </ac:spMkLst>
        </pc:spChg>
        <pc:picChg chg="add mod">
          <ac:chgData name="Fabian Gutierrez" userId="cd3f08d5-9c8b-42a4-8255-4a0693b9fb32" providerId="ADAL" clId="{8C5CA598-6895-42B6-AD2B-21D0BA6C7787}" dt="2025-08-13T20:55:38.641" v="6000" actId="1076"/>
          <ac:picMkLst>
            <pc:docMk/>
            <pc:sldMk cId="1804065079" sldId="334"/>
            <ac:picMk id="4" creationId="{FB2D8F37-0381-B482-4BC6-1CF0A65C6538}"/>
          </ac:picMkLst>
        </pc:picChg>
      </pc:sldChg>
      <pc:sldChg chg="addSp delSp modSp new mod modClrScheme chgLayout">
        <pc:chgData name="Fabian Gutierrez" userId="cd3f08d5-9c8b-42a4-8255-4a0693b9fb32" providerId="ADAL" clId="{8C5CA598-6895-42B6-AD2B-21D0BA6C7787}" dt="2025-08-23T18:01:31.812" v="7790" actId="790"/>
        <pc:sldMkLst>
          <pc:docMk/>
          <pc:sldMk cId="1001243836" sldId="335"/>
        </pc:sldMkLst>
        <pc:spChg chg="add mod ord">
          <ac:chgData name="Fabian Gutierrez" userId="cd3f08d5-9c8b-42a4-8255-4a0693b9fb32" providerId="ADAL" clId="{8C5CA598-6895-42B6-AD2B-21D0BA6C7787}" dt="2025-08-23T18:01:31.812" v="7790" actId="790"/>
          <ac:spMkLst>
            <pc:docMk/>
            <pc:sldMk cId="1001243836" sldId="335"/>
            <ac:spMk id="13" creationId="{C70B6C67-BD8D-3FC7-7C3B-FC363DA32107}"/>
          </ac:spMkLst>
        </pc:spChg>
        <pc:spChg chg="add mod">
          <ac:chgData name="Fabian Gutierrez" userId="cd3f08d5-9c8b-42a4-8255-4a0693b9fb32" providerId="ADAL" clId="{8C5CA598-6895-42B6-AD2B-21D0BA6C7787}" dt="2025-08-23T18:01:31.812" v="7790" actId="790"/>
          <ac:spMkLst>
            <pc:docMk/>
            <pc:sldMk cId="1001243836" sldId="335"/>
            <ac:spMk id="14" creationId="{8340679A-34E9-24CB-6A13-AAFB89154D02}"/>
          </ac:spMkLst>
        </pc:spChg>
        <pc:spChg chg="add mod">
          <ac:chgData name="Fabian Gutierrez" userId="cd3f08d5-9c8b-42a4-8255-4a0693b9fb32" providerId="ADAL" clId="{8C5CA598-6895-42B6-AD2B-21D0BA6C7787}" dt="2025-08-23T18:01:31.812" v="7790" actId="790"/>
          <ac:spMkLst>
            <pc:docMk/>
            <pc:sldMk cId="1001243836" sldId="335"/>
            <ac:spMk id="15" creationId="{D39127EB-47FE-5B77-4458-3BAE025351A6}"/>
          </ac:spMkLst>
        </pc:spChg>
        <pc:spChg chg="add mod">
          <ac:chgData name="Fabian Gutierrez" userId="cd3f08d5-9c8b-42a4-8255-4a0693b9fb32" providerId="ADAL" clId="{8C5CA598-6895-42B6-AD2B-21D0BA6C7787}" dt="2025-08-23T18:01:31.812" v="7790" actId="790"/>
          <ac:spMkLst>
            <pc:docMk/>
            <pc:sldMk cId="1001243836" sldId="335"/>
            <ac:spMk id="17" creationId="{6A4399B4-1783-A6F5-7B71-259A67D4BCCD}"/>
          </ac:spMkLst>
        </pc:spChg>
        <pc:picChg chg="add mod">
          <ac:chgData name="Fabian Gutierrez" userId="cd3f08d5-9c8b-42a4-8255-4a0693b9fb32" providerId="ADAL" clId="{8C5CA598-6895-42B6-AD2B-21D0BA6C7787}" dt="2025-08-11T17:53:00.933" v="4563" actId="1037"/>
          <ac:picMkLst>
            <pc:docMk/>
            <pc:sldMk cId="1001243836" sldId="335"/>
            <ac:picMk id="2050" creationId="{BCFCF398-4659-C063-C2D9-75E572853042}"/>
          </ac:picMkLst>
        </pc:picChg>
      </pc:sldChg>
      <pc:sldChg chg="addSp delSp modSp new mod modClrScheme modAnim chgLayout">
        <pc:chgData name="Fabian Gutierrez" userId="cd3f08d5-9c8b-42a4-8255-4a0693b9fb32" providerId="ADAL" clId="{8C5CA598-6895-42B6-AD2B-21D0BA6C7787}" dt="2025-08-23T18:01:31.812" v="7790" actId="790"/>
        <pc:sldMkLst>
          <pc:docMk/>
          <pc:sldMk cId="3581025754" sldId="336"/>
        </pc:sldMkLst>
        <pc:spChg chg="add mod ord">
          <ac:chgData name="Fabian Gutierrez" userId="cd3f08d5-9c8b-42a4-8255-4a0693b9fb32" providerId="ADAL" clId="{8C5CA598-6895-42B6-AD2B-21D0BA6C7787}" dt="2025-08-23T18:01:31.812" v="7790" actId="790"/>
          <ac:spMkLst>
            <pc:docMk/>
            <pc:sldMk cId="3581025754" sldId="336"/>
            <ac:spMk id="3" creationId="{65932EBA-C28F-7429-7B38-D68AD9255A59}"/>
          </ac:spMkLst>
        </pc:spChg>
        <pc:spChg chg="add mod">
          <ac:chgData name="Fabian Gutierrez" userId="cd3f08d5-9c8b-42a4-8255-4a0693b9fb32" providerId="ADAL" clId="{8C5CA598-6895-42B6-AD2B-21D0BA6C7787}" dt="2025-08-23T18:01:31.812" v="7790" actId="790"/>
          <ac:spMkLst>
            <pc:docMk/>
            <pc:sldMk cId="3581025754" sldId="336"/>
            <ac:spMk id="5" creationId="{99437F49-723A-C286-0957-BC2EDF262D27}"/>
          </ac:spMkLst>
        </pc:spChg>
        <pc:spChg chg="add mod">
          <ac:chgData name="Fabian Gutierrez" userId="cd3f08d5-9c8b-42a4-8255-4a0693b9fb32" providerId="ADAL" clId="{8C5CA598-6895-42B6-AD2B-21D0BA6C7787}" dt="2025-08-23T18:01:31.812" v="7790" actId="790"/>
          <ac:spMkLst>
            <pc:docMk/>
            <pc:sldMk cId="3581025754" sldId="336"/>
            <ac:spMk id="7" creationId="{A9B4438D-1F8F-4D8F-BCA4-18D5EA91F899}"/>
          </ac:spMkLst>
        </pc:spChg>
        <pc:spChg chg="add mod">
          <ac:chgData name="Fabian Gutierrez" userId="cd3f08d5-9c8b-42a4-8255-4a0693b9fb32" providerId="ADAL" clId="{8C5CA598-6895-42B6-AD2B-21D0BA6C7787}" dt="2025-08-23T18:01:31.812" v="7790" actId="790"/>
          <ac:spMkLst>
            <pc:docMk/>
            <pc:sldMk cId="3581025754" sldId="336"/>
            <ac:spMk id="8" creationId="{F1615F7E-DA36-4B44-B6ED-820A7B94BA6D}"/>
          </ac:spMkLst>
        </pc:spChg>
        <pc:spChg chg="add mod">
          <ac:chgData name="Fabian Gutierrez" userId="cd3f08d5-9c8b-42a4-8255-4a0693b9fb32" providerId="ADAL" clId="{8C5CA598-6895-42B6-AD2B-21D0BA6C7787}" dt="2025-08-23T18:01:31.812" v="7790" actId="790"/>
          <ac:spMkLst>
            <pc:docMk/>
            <pc:sldMk cId="3581025754" sldId="336"/>
            <ac:spMk id="9" creationId="{50DEEFE1-9CB5-08BB-833A-88230751E69A}"/>
          </ac:spMkLst>
        </pc:spChg>
        <pc:spChg chg="add mod">
          <ac:chgData name="Fabian Gutierrez" userId="cd3f08d5-9c8b-42a4-8255-4a0693b9fb32" providerId="ADAL" clId="{8C5CA598-6895-42B6-AD2B-21D0BA6C7787}" dt="2025-08-23T18:01:31.812" v="7790" actId="790"/>
          <ac:spMkLst>
            <pc:docMk/>
            <pc:sldMk cId="3581025754" sldId="336"/>
            <ac:spMk id="10" creationId="{5AE8B2BE-4392-9F04-E059-17B3721BDD4B}"/>
          </ac:spMkLst>
        </pc:spChg>
        <pc:picChg chg="add mod">
          <ac:chgData name="Fabian Gutierrez" userId="cd3f08d5-9c8b-42a4-8255-4a0693b9fb32" providerId="ADAL" clId="{8C5CA598-6895-42B6-AD2B-21D0BA6C7787}" dt="2025-08-11T17:46:21.821" v="4504" actId="1076"/>
          <ac:picMkLst>
            <pc:docMk/>
            <pc:sldMk cId="3581025754" sldId="336"/>
            <ac:picMk id="4" creationId="{59547469-7B23-526E-624D-F6BD7B560695}"/>
          </ac:picMkLst>
        </pc:picChg>
        <pc:picChg chg="add mod">
          <ac:chgData name="Fabian Gutierrez" userId="cd3f08d5-9c8b-42a4-8255-4a0693b9fb32" providerId="ADAL" clId="{8C5CA598-6895-42B6-AD2B-21D0BA6C7787}" dt="2025-08-11T17:46:24.661" v="4505" actId="1076"/>
          <ac:picMkLst>
            <pc:docMk/>
            <pc:sldMk cId="3581025754" sldId="336"/>
            <ac:picMk id="6" creationId="{6316920B-F2D5-1B6A-25EC-050608A2357F}"/>
          </ac:picMkLst>
        </pc:picChg>
        <pc:picChg chg="add mod">
          <ac:chgData name="Fabian Gutierrez" userId="cd3f08d5-9c8b-42a4-8255-4a0693b9fb32" providerId="ADAL" clId="{8C5CA598-6895-42B6-AD2B-21D0BA6C7787}" dt="2025-08-11T17:45:52.172" v="4499" actId="1076"/>
          <ac:picMkLst>
            <pc:docMk/>
            <pc:sldMk cId="3581025754" sldId="336"/>
            <ac:picMk id="11" creationId="{56D8C16D-6071-5238-A1F9-AF0E9BE24298}"/>
          </ac:picMkLst>
        </pc:picChg>
        <pc:picChg chg="add mod">
          <ac:chgData name="Fabian Gutierrez" userId="cd3f08d5-9c8b-42a4-8255-4a0693b9fb32" providerId="ADAL" clId="{8C5CA598-6895-42B6-AD2B-21D0BA6C7787}" dt="2025-08-11T17:46:31.397" v="4507" actId="1076"/>
          <ac:picMkLst>
            <pc:docMk/>
            <pc:sldMk cId="3581025754" sldId="336"/>
            <ac:picMk id="13" creationId="{568BFCE6-60C0-7845-D0EC-28F786ABEEC6}"/>
          </ac:picMkLst>
        </pc:picChg>
        <pc:picChg chg="add mod">
          <ac:chgData name="Fabian Gutierrez" userId="cd3f08d5-9c8b-42a4-8255-4a0693b9fb32" providerId="ADAL" clId="{8C5CA598-6895-42B6-AD2B-21D0BA6C7787}" dt="2025-08-11T17:46:58.565" v="4509" actId="1076"/>
          <ac:picMkLst>
            <pc:docMk/>
            <pc:sldMk cId="3581025754" sldId="336"/>
            <ac:picMk id="14" creationId="{CCC44CE3-AF81-443C-FEA7-A33C88792202}"/>
          </ac:picMkLst>
        </pc:picChg>
      </pc:sldChg>
      <pc:sldChg chg="addSp delSp modSp new mod ord modClrScheme chgLayout">
        <pc:chgData name="Fabian Gutierrez" userId="cd3f08d5-9c8b-42a4-8255-4a0693b9fb32" providerId="ADAL" clId="{8C5CA598-6895-42B6-AD2B-21D0BA6C7787}" dt="2025-08-23T18:01:31.812" v="7790" actId="790"/>
        <pc:sldMkLst>
          <pc:docMk/>
          <pc:sldMk cId="1314385891" sldId="337"/>
        </pc:sldMkLst>
        <pc:spChg chg="add mod ord">
          <ac:chgData name="Fabian Gutierrez" userId="cd3f08d5-9c8b-42a4-8255-4a0693b9fb32" providerId="ADAL" clId="{8C5CA598-6895-42B6-AD2B-21D0BA6C7787}" dt="2025-08-23T18:01:31.812" v="7790" actId="790"/>
          <ac:spMkLst>
            <pc:docMk/>
            <pc:sldMk cId="1314385891" sldId="337"/>
            <ac:spMk id="7" creationId="{623A2C67-B9A2-0700-355D-C0C784ABBC7E}"/>
          </ac:spMkLst>
        </pc:spChg>
        <pc:spChg chg="add mod ord">
          <ac:chgData name="Fabian Gutierrez" userId="cd3f08d5-9c8b-42a4-8255-4a0693b9fb32" providerId="ADAL" clId="{8C5CA598-6895-42B6-AD2B-21D0BA6C7787}" dt="2025-08-23T18:01:31.812" v="7790" actId="790"/>
          <ac:spMkLst>
            <pc:docMk/>
            <pc:sldMk cId="1314385891" sldId="337"/>
            <ac:spMk id="9" creationId="{A5BE783C-A7F2-83CE-538A-E742BE3D0EF7}"/>
          </ac:spMkLst>
        </pc:spChg>
        <pc:spChg chg="add mod ord">
          <ac:chgData name="Fabian Gutierrez" userId="cd3f08d5-9c8b-42a4-8255-4a0693b9fb32" providerId="ADAL" clId="{8C5CA598-6895-42B6-AD2B-21D0BA6C7787}" dt="2025-08-23T18:01:31.812" v="7790" actId="790"/>
          <ac:spMkLst>
            <pc:docMk/>
            <pc:sldMk cId="1314385891" sldId="337"/>
            <ac:spMk id="10" creationId="{014A576A-2D3B-A18F-2E12-205B9EC886AF}"/>
          </ac:spMkLst>
        </pc:spChg>
        <pc:spChg chg="add mod">
          <ac:chgData name="Fabian Gutierrez" userId="cd3f08d5-9c8b-42a4-8255-4a0693b9fb32" providerId="ADAL" clId="{8C5CA598-6895-42B6-AD2B-21D0BA6C7787}" dt="2025-08-23T18:01:31.812" v="7790" actId="790"/>
          <ac:spMkLst>
            <pc:docMk/>
            <pc:sldMk cId="1314385891" sldId="337"/>
            <ac:spMk id="13" creationId="{B2CC44C6-BFA0-1AC5-1D1F-34DFD116FEE0}"/>
          </ac:spMkLst>
        </pc:spChg>
        <pc:picChg chg="add mod">
          <ac:chgData name="Fabian Gutierrez" userId="cd3f08d5-9c8b-42a4-8255-4a0693b9fb32" providerId="ADAL" clId="{8C5CA598-6895-42B6-AD2B-21D0BA6C7787}" dt="2025-08-10T09:03:50.305" v="2640" actId="14826"/>
          <ac:picMkLst>
            <pc:docMk/>
            <pc:sldMk cId="1314385891" sldId="337"/>
            <ac:picMk id="12" creationId="{8A5972FB-2EC0-024E-818D-25BFF94B3230}"/>
          </ac:picMkLst>
        </pc:picChg>
      </pc:sldChg>
      <pc:sldChg chg="add del">
        <pc:chgData name="Fabian Gutierrez" userId="cd3f08d5-9c8b-42a4-8255-4a0693b9fb32" providerId="ADAL" clId="{8C5CA598-6895-42B6-AD2B-21D0BA6C7787}" dt="2025-08-10T08:55:37.176" v="2462" actId="47"/>
        <pc:sldMkLst>
          <pc:docMk/>
          <pc:sldMk cId="3803351687" sldId="337"/>
        </pc:sldMkLst>
      </pc:sldChg>
      <pc:sldChg chg="addSp delSp modSp add mod modClrScheme modAnim chgLayout">
        <pc:chgData name="Fabian Gutierrez" userId="cd3f08d5-9c8b-42a4-8255-4a0693b9fb32" providerId="ADAL" clId="{8C5CA598-6895-42B6-AD2B-21D0BA6C7787}" dt="2025-08-23T18:01:31.812" v="7790" actId="790"/>
        <pc:sldMkLst>
          <pc:docMk/>
          <pc:sldMk cId="450781329" sldId="338"/>
        </pc:sldMkLst>
        <pc:spChg chg="mod ord">
          <ac:chgData name="Fabian Gutierrez" userId="cd3f08d5-9c8b-42a4-8255-4a0693b9fb32" providerId="ADAL" clId="{8C5CA598-6895-42B6-AD2B-21D0BA6C7787}" dt="2025-08-23T18:01:31.812" v="7790" actId="790"/>
          <ac:spMkLst>
            <pc:docMk/>
            <pc:sldMk cId="450781329" sldId="338"/>
            <ac:spMk id="3" creationId="{3C20522C-94EC-76EF-B6CF-B658533C27D4}"/>
          </ac:spMkLst>
        </pc:spChg>
        <pc:spChg chg="mod">
          <ac:chgData name="Fabian Gutierrez" userId="cd3f08d5-9c8b-42a4-8255-4a0693b9fb32" providerId="ADAL" clId="{8C5CA598-6895-42B6-AD2B-21D0BA6C7787}" dt="2025-08-23T18:01:31.812" v="7790" actId="790"/>
          <ac:spMkLst>
            <pc:docMk/>
            <pc:sldMk cId="450781329" sldId="338"/>
            <ac:spMk id="5" creationId="{C462D97A-39F8-7D66-9C74-FB3B50200F53}"/>
          </ac:spMkLst>
        </pc:spChg>
        <pc:spChg chg="mod">
          <ac:chgData name="Fabian Gutierrez" userId="cd3f08d5-9c8b-42a4-8255-4a0693b9fb32" providerId="ADAL" clId="{8C5CA598-6895-42B6-AD2B-21D0BA6C7787}" dt="2025-08-23T18:01:31.812" v="7790" actId="790"/>
          <ac:spMkLst>
            <pc:docMk/>
            <pc:sldMk cId="450781329" sldId="338"/>
            <ac:spMk id="7" creationId="{14F70736-5CBA-DC4C-D5C9-2138402A7A92}"/>
          </ac:spMkLst>
        </pc:spChg>
        <pc:spChg chg="mod">
          <ac:chgData name="Fabian Gutierrez" userId="cd3f08d5-9c8b-42a4-8255-4a0693b9fb32" providerId="ADAL" clId="{8C5CA598-6895-42B6-AD2B-21D0BA6C7787}" dt="2025-08-23T18:01:31.812" v="7790" actId="790"/>
          <ac:spMkLst>
            <pc:docMk/>
            <pc:sldMk cId="450781329" sldId="338"/>
            <ac:spMk id="8" creationId="{3080B4DF-B258-A591-67DE-EF41AA59E230}"/>
          </ac:spMkLst>
        </pc:spChg>
        <pc:spChg chg="mod">
          <ac:chgData name="Fabian Gutierrez" userId="cd3f08d5-9c8b-42a4-8255-4a0693b9fb32" providerId="ADAL" clId="{8C5CA598-6895-42B6-AD2B-21D0BA6C7787}" dt="2025-08-23T18:01:31.812" v="7790" actId="790"/>
          <ac:spMkLst>
            <pc:docMk/>
            <pc:sldMk cId="450781329" sldId="338"/>
            <ac:spMk id="9" creationId="{A7184B66-6865-7028-3031-EF00A0A0B513}"/>
          </ac:spMkLst>
        </pc:spChg>
        <pc:spChg chg="mod">
          <ac:chgData name="Fabian Gutierrez" userId="cd3f08d5-9c8b-42a4-8255-4a0693b9fb32" providerId="ADAL" clId="{8C5CA598-6895-42B6-AD2B-21D0BA6C7787}" dt="2025-08-23T18:01:31.812" v="7790" actId="790"/>
          <ac:spMkLst>
            <pc:docMk/>
            <pc:sldMk cId="450781329" sldId="338"/>
            <ac:spMk id="10" creationId="{EC75658D-7FEA-5DEA-2263-A0D490FE4237}"/>
          </ac:spMkLst>
        </pc:spChg>
      </pc:sldChg>
      <pc:sldChg chg="add del">
        <pc:chgData name="Fabian Gutierrez" userId="cd3f08d5-9c8b-42a4-8255-4a0693b9fb32" providerId="ADAL" clId="{8C5CA598-6895-42B6-AD2B-21D0BA6C7787}" dt="2025-08-10T08:55:35.707" v="2461" actId="47"/>
        <pc:sldMkLst>
          <pc:docMk/>
          <pc:sldMk cId="3544972065" sldId="338"/>
        </pc:sldMkLst>
      </pc:sldChg>
      <pc:sldChg chg="addSp modSp add mod">
        <pc:chgData name="Fabian Gutierrez" userId="cd3f08d5-9c8b-42a4-8255-4a0693b9fb32" providerId="ADAL" clId="{8C5CA598-6895-42B6-AD2B-21D0BA6C7787}" dt="2025-08-23T18:01:31.812" v="7790" actId="790"/>
        <pc:sldMkLst>
          <pc:docMk/>
          <pc:sldMk cId="3326313788" sldId="339"/>
        </pc:sldMkLst>
        <pc:spChg chg="mod">
          <ac:chgData name="Fabian Gutierrez" userId="cd3f08d5-9c8b-42a4-8255-4a0693b9fb32" providerId="ADAL" clId="{8C5CA598-6895-42B6-AD2B-21D0BA6C7787}" dt="2025-08-23T18:01:31.812" v="7790" actId="790"/>
          <ac:spMkLst>
            <pc:docMk/>
            <pc:sldMk cId="3326313788" sldId="339"/>
            <ac:spMk id="3" creationId="{202B722E-9350-BECA-EFC0-61F9D79FE618}"/>
          </ac:spMkLst>
        </pc:spChg>
        <pc:spChg chg="mod">
          <ac:chgData name="Fabian Gutierrez" userId="cd3f08d5-9c8b-42a4-8255-4a0693b9fb32" providerId="ADAL" clId="{8C5CA598-6895-42B6-AD2B-21D0BA6C7787}" dt="2025-08-23T18:01:31.812" v="7790" actId="790"/>
          <ac:spMkLst>
            <pc:docMk/>
            <pc:sldMk cId="3326313788" sldId="339"/>
            <ac:spMk id="6" creationId="{CA10A898-F788-3C5B-3008-36EE26B35E74}"/>
          </ac:spMkLst>
        </pc:spChg>
        <pc:picChg chg="add mod">
          <ac:chgData name="Fabian Gutierrez" userId="cd3f08d5-9c8b-42a4-8255-4a0693b9fb32" providerId="ADAL" clId="{8C5CA598-6895-42B6-AD2B-21D0BA6C7787}" dt="2025-08-13T20:54:17.824" v="5998" actId="14100"/>
          <ac:picMkLst>
            <pc:docMk/>
            <pc:sldMk cId="3326313788" sldId="339"/>
            <ac:picMk id="4" creationId="{62A1337E-D2EB-7C82-FB19-00EADD5F3BCA}"/>
          </ac:picMkLst>
        </pc:picChg>
        <pc:picChg chg="mod">
          <ac:chgData name="Fabian Gutierrez" userId="cd3f08d5-9c8b-42a4-8255-4a0693b9fb32" providerId="ADAL" clId="{8C5CA598-6895-42B6-AD2B-21D0BA6C7787}" dt="2025-08-13T20:54:22.409" v="5999" actId="1076"/>
          <ac:picMkLst>
            <pc:docMk/>
            <pc:sldMk cId="3326313788" sldId="339"/>
            <ac:picMk id="5122" creationId="{9B6A56FD-A711-1F48-F313-7015E896A2C4}"/>
          </ac:picMkLst>
        </pc:picChg>
      </pc:sldChg>
      <pc:sldChg chg="addSp delSp modSp new mod modClrScheme chgLayout">
        <pc:chgData name="Fabian Gutierrez" userId="cd3f08d5-9c8b-42a4-8255-4a0693b9fb32" providerId="ADAL" clId="{8C5CA598-6895-42B6-AD2B-21D0BA6C7787}" dt="2025-08-23T18:01:31.812" v="7790" actId="790"/>
        <pc:sldMkLst>
          <pc:docMk/>
          <pc:sldMk cId="2492213560" sldId="340"/>
        </pc:sldMkLst>
        <pc:spChg chg="add mod ord">
          <ac:chgData name="Fabian Gutierrez" userId="cd3f08d5-9c8b-42a4-8255-4a0693b9fb32" providerId="ADAL" clId="{8C5CA598-6895-42B6-AD2B-21D0BA6C7787}" dt="2025-08-23T18:01:31.812" v="7790" actId="790"/>
          <ac:spMkLst>
            <pc:docMk/>
            <pc:sldMk cId="2492213560" sldId="340"/>
            <ac:spMk id="3" creationId="{C4D6B0B6-7663-066D-1EA1-4A48D421B8D0}"/>
          </ac:spMkLst>
        </pc:spChg>
        <pc:spChg chg="add mod">
          <ac:chgData name="Fabian Gutierrez" userId="cd3f08d5-9c8b-42a4-8255-4a0693b9fb32" providerId="ADAL" clId="{8C5CA598-6895-42B6-AD2B-21D0BA6C7787}" dt="2025-08-23T18:01:31.812" v="7790" actId="790"/>
          <ac:spMkLst>
            <pc:docMk/>
            <pc:sldMk cId="2492213560" sldId="340"/>
            <ac:spMk id="8" creationId="{AE7F102F-27C1-F323-0604-FC1ECA57B382}"/>
          </ac:spMkLst>
        </pc:spChg>
        <pc:spChg chg="add mod">
          <ac:chgData name="Fabian Gutierrez" userId="cd3f08d5-9c8b-42a4-8255-4a0693b9fb32" providerId="ADAL" clId="{8C5CA598-6895-42B6-AD2B-21D0BA6C7787}" dt="2025-08-23T18:01:31.812" v="7790" actId="790"/>
          <ac:spMkLst>
            <pc:docMk/>
            <pc:sldMk cId="2492213560" sldId="340"/>
            <ac:spMk id="9" creationId="{035D4EA3-F08F-0D2A-E997-195BCD582628}"/>
          </ac:spMkLst>
        </pc:spChg>
        <pc:picChg chg="add mod">
          <ac:chgData name="Fabian Gutierrez" userId="cd3f08d5-9c8b-42a4-8255-4a0693b9fb32" providerId="ADAL" clId="{8C5CA598-6895-42B6-AD2B-21D0BA6C7787}" dt="2025-08-10T10:18:31.372" v="4358" actId="1038"/>
          <ac:picMkLst>
            <pc:docMk/>
            <pc:sldMk cId="2492213560" sldId="340"/>
            <ac:picMk id="7" creationId="{53BD2659-45E0-A2FD-786C-161E52086617}"/>
          </ac:picMkLst>
        </pc:picChg>
      </pc:sldChg>
      <pc:sldChg chg="new del">
        <pc:chgData name="Fabian Gutierrez" userId="cd3f08d5-9c8b-42a4-8255-4a0693b9fb32" providerId="ADAL" clId="{8C5CA598-6895-42B6-AD2B-21D0BA6C7787}" dt="2025-08-12T22:33:08.853" v="5218" actId="680"/>
        <pc:sldMkLst>
          <pc:docMk/>
          <pc:sldMk cId="1598463316" sldId="341"/>
        </pc:sldMkLst>
      </pc:sldChg>
      <pc:sldChg chg="addSp delSp modSp new mod ord modClrScheme chgLayout">
        <pc:chgData name="Fabian Gutierrez" userId="cd3f08d5-9c8b-42a4-8255-4a0693b9fb32" providerId="ADAL" clId="{8C5CA598-6895-42B6-AD2B-21D0BA6C7787}" dt="2025-08-23T18:01:31.812" v="7790" actId="790"/>
        <pc:sldMkLst>
          <pc:docMk/>
          <pc:sldMk cId="2433956034" sldId="341"/>
        </pc:sldMkLst>
        <pc:spChg chg="add mod ord">
          <ac:chgData name="Fabian Gutierrez" userId="cd3f08d5-9c8b-42a4-8255-4a0693b9fb32" providerId="ADAL" clId="{8C5CA598-6895-42B6-AD2B-21D0BA6C7787}" dt="2025-08-23T18:01:31.812" v="7790" actId="790"/>
          <ac:spMkLst>
            <pc:docMk/>
            <pc:sldMk cId="2433956034" sldId="341"/>
            <ac:spMk id="3" creationId="{D8E9271B-1E01-623C-12DD-7B9112DD24A9}"/>
          </ac:spMkLst>
        </pc:spChg>
        <pc:spChg chg="add mod">
          <ac:chgData name="Fabian Gutierrez" userId="cd3f08d5-9c8b-42a4-8255-4a0693b9fb32" providerId="ADAL" clId="{8C5CA598-6895-42B6-AD2B-21D0BA6C7787}" dt="2025-08-23T18:01:31.812" v="7790" actId="790"/>
          <ac:spMkLst>
            <pc:docMk/>
            <pc:sldMk cId="2433956034" sldId="341"/>
            <ac:spMk id="4" creationId="{0CB2103F-49D7-0E59-F944-781333971FD4}"/>
          </ac:spMkLst>
        </pc:spChg>
      </pc:sldChg>
      <pc:sldChg chg="addSp delSp modSp new mod modAnim">
        <pc:chgData name="Fabian Gutierrez" userId="cd3f08d5-9c8b-42a4-8255-4a0693b9fb32" providerId="ADAL" clId="{8C5CA598-6895-42B6-AD2B-21D0BA6C7787}" dt="2025-08-23T18:01:31.812" v="7790" actId="790"/>
        <pc:sldMkLst>
          <pc:docMk/>
          <pc:sldMk cId="1330503800" sldId="342"/>
        </pc:sldMkLst>
        <pc:spChg chg="mod">
          <ac:chgData name="Fabian Gutierrez" userId="cd3f08d5-9c8b-42a4-8255-4a0693b9fb32" providerId="ADAL" clId="{8C5CA598-6895-42B6-AD2B-21D0BA6C7787}" dt="2025-08-23T18:01:31.812" v="7790" actId="790"/>
          <ac:spMkLst>
            <pc:docMk/>
            <pc:sldMk cId="1330503800" sldId="342"/>
            <ac:spMk id="2" creationId="{5A9124F5-D8FB-4FF2-B7B9-BB715D080E5F}"/>
          </ac:spMkLst>
        </pc:spChg>
        <pc:spChg chg="add mod">
          <ac:chgData name="Fabian Gutierrez" userId="cd3f08d5-9c8b-42a4-8255-4a0693b9fb32" providerId="ADAL" clId="{8C5CA598-6895-42B6-AD2B-21D0BA6C7787}" dt="2025-08-23T18:01:31.812" v="7790" actId="790"/>
          <ac:spMkLst>
            <pc:docMk/>
            <pc:sldMk cId="1330503800" sldId="342"/>
            <ac:spMk id="4" creationId="{09FAF2CF-DF85-16DC-839E-CEFDE1EE8663}"/>
          </ac:spMkLst>
        </pc:spChg>
        <pc:picChg chg="add mod">
          <ac:chgData name="Fabian Gutierrez" userId="cd3f08d5-9c8b-42a4-8255-4a0693b9fb32" providerId="ADAL" clId="{8C5CA598-6895-42B6-AD2B-21D0BA6C7787}" dt="2025-08-13T21:14:20.326" v="6132" actId="1076"/>
          <ac:picMkLst>
            <pc:docMk/>
            <pc:sldMk cId="1330503800" sldId="342"/>
            <ac:picMk id="6" creationId="{FC63A6CF-B7B8-52DE-A8F9-CBD6F785C712}"/>
          </ac:picMkLst>
        </pc:picChg>
        <pc:picChg chg="add mod">
          <ac:chgData name="Fabian Gutierrez" userId="cd3f08d5-9c8b-42a4-8255-4a0693b9fb32" providerId="ADAL" clId="{8C5CA598-6895-42B6-AD2B-21D0BA6C7787}" dt="2025-08-13T21:14:25.876" v="6133" actId="1076"/>
          <ac:picMkLst>
            <pc:docMk/>
            <pc:sldMk cId="1330503800" sldId="342"/>
            <ac:picMk id="7" creationId="{66C61290-4228-A80E-C1FB-9258D9E5BE34}"/>
          </ac:picMkLst>
        </pc:picChg>
      </pc:sldChg>
      <pc:sldChg chg="addSp delSp modSp add mod modClrScheme modAnim chgLayout">
        <pc:chgData name="Fabian Gutierrez" userId="cd3f08d5-9c8b-42a4-8255-4a0693b9fb32" providerId="ADAL" clId="{8C5CA598-6895-42B6-AD2B-21D0BA6C7787}" dt="2025-08-23T18:20:02.024" v="7809" actId="14100"/>
        <pc:sldMkLst>
          <pc:docMk/>
          <pc:sldMk cId="4098189261" sldId="343"/>
        </pc:sldMkLst>
        <pc:spChg chg="mod">
          <ac:chgData name="Fabian Gutierrez" userId="cd3f08d5-9c8b-42a4-8255-4a0693b9fb32" providerId="ADAL" clId="{8C5CA598-6895-42B6-AD2B-21D0BA6C7787}" dt="2025-08-23T18:01:31.812" v="7790" actId="790"/>
          <ac:spMkLst>
            <pc:docMk/>
            <pc:sldMk cId="4098189261" sldId="343"/>
            <ac:spMk id="2" creationId="{3819C3FC-45F7-02BB-A7D0-A13BE3230728}"/>
          </ac:spMkLst>
        </pc:spChg>
        <pc:spChg chg="add mod">
          <ac:chgData name="Fabian Gutierrez" userId="cd3f08d5-9c8b-42a4-8255-4a0693b9fb32" providerId="ADAL" clId="{8C5CA598-6895-42B6-AD2B-21D0BA6C7787}" dt="2025-08-23T18:18:53.827" v="7802" actId="14100"/>
          <ac:spMkLst>
            <pc:docMk/>
            <pc:sldMk cId="4098189261" sldId="343"/>
            <ac:spMk id="3" creationId="{082D7404-2BAE-2F6C-564E-02F87D35A8DE}"/>
          </ac:spMkLst>
        </pc:spChg>
        <pc:spChg chg="add mod">
          <ac:chgData name="Fabian Gutierrez" userId="cd3f08d5-9c8b-42a4-8255-4a0693b9fb32" providerId="ADAL" clId="{8C5CA598-6895-42B6-AD2B-21D0BA6C7787}" dt="2025-08-23T18:20:02.024" v="7809" actId="14100"/>
          <ac:spMkLst>
            <pc:docMk/>
            <pc:sldMk cId="4098189261" sldId="343"/>
            <ac:spMk id="4" creationId="{66FD7A65-F4D7-DAD9-3C87-1E77B8477D55}"/>
          </ac:spMkLst>
        </pc:spChg>
        <pc:spChg chg="mod ord">
          <ac:chgData name="Fabian Gutierrez" userId="cd3f08d5-9c8b-42a4-8255-4a0693b9fb32" providerId="ADAL" clId="{8C5CA598-6895-42B6-AD2B-21D0BA6C7787}" dt="2025-08-23T18:01:31.812" v="7790" actId="790"/>
          <ac:spMkLst>
            <pc:docMk/>
            <pc:sldMk cId="4098189261" sldId="343"/>
            <ac:spMk id="6" creationId="{9E4EB002-1C49-2F3F-AC14-78C8400A5B8A}"/>
          </ac:spMkLst>
        </pc:spChg>
        <pc:spChg chg="add mod">
          <ac:chgData name="Fabian Gutierrez" userId="cd3f08d5-9c8b-42a4-8255-4a0693b9fb32" providerId="ADAL" clId="{8C5CA598-6895-42B6-AD2B-21D0BA6C7787}" dt="2025-08-23T18:01:31.812" v="7790" actId="790"/>
          <ac:spMkLst>
            <pc:docMk/>
            <pc:sldMk cId="4098189261" sldId="343"/>
            <ac:spMk id="9" creationId="{8E9D23EA-5A73-2B74-915F-9A7232DF071F}"/>
          </ac:spMkLst>
        </pc:spChg>
        <pc:picChg chg="add mod">
          <ac:chgData name="Fabian Gutierrez" userId="cd3f08d5-9c8b-42a4-8255-4a0693b9fb32" providerId="ADAL" clId="{8C5CA598-6895-42B6-AD2B-21D0BA6C7787}" dt="2025-08-12T23:34:01.196" v="5613" actId="208"/>
          <ac:picMkLst>
            <pc:docMk/>
            <pc:sldMk cId="4098189261" sldId="343"/>
            <ac:picMk id="5" creationId="{52E44F3C-F78E-570D-78AE-2F5D93A8C392}"/>
          </ac:picMkLst>
        </pc:picChg>
        <pc:picChg chg="add mod">
          <ac:chgData name="Fabian Gutierrez" userId="cd3f08d5-9c8b-42a4-8255-4a0693b9fb32" providerId="ADAL" clId="{8C5CA598-6895-42B6-AD2B-21D0BA6C7787}" dt="2025-08-12T23:36:23.900" v="5618" actId="208"/>
          <ac:picMkLst>
            <pc:docMk/>
            <pc:sldMk cId="4098189261" sldId="343"/>
            <ac:picMk id="8" creationId="{BFC67E4E-1A16-8E3A-DADD-2431E06C54ED}"/>
          </ac:picMkLst>
        </pc:picChg>
        <pc:picChg chg="add mod">
          <ac:chgData name="Fabian Gutierrez" userId="cd3f08d5-9c8b-42a4-8255-4a0693b9fb32" providerId="ADAL" clId="{8C5CA598-6895-42B6-AD2B-21D0BA6C7787}" dt="2025-08-12T23:36:36.426" v="5620" actId="1076"/>
          <ac:picMkLst>
            <pc:docMk/>
            <pc:sldMk cId="4098189261" sldId="343"/>
            <ac:picMk id="10" creationId="{4A0AB655-8A52-CD96-84A6-38053013D32D}"/>
          </ac:picMkLst>
        </pc:picChg>
      </pc:sldChg>
      <pc:sldChg chg="addSp delSp modSp new mod modClrScheme chgLayout">
        <pc:chgData name="Fabian Gutierrez" userId="cd3f08d5-9c8b-42a4-8255-4a0693b9fb32" providerId="ADAL" clId="{8C5CA598-6895-42B6-AD2B-21D0BA6C7787}" dt="2025-08-23T18:01:31.812" v="7790" actId="790"/>
        <pc:sldMkLst>
          <pc:docMk/>
          <pc:sldMk cId="2503335071" sldId="344"/>
        </pc:sldMkLst>
        <pc:spChg chg="add mod ord">
          <ac:chgData name="Fabian Gutierrez" userId="cd3f08d5-9c8b-42a4-8255-4a0693b9fb32" providerId="ADAL" clId="{8C5CA598-6895-42B6-AD2B-21D0BA6C7787}" dt="2025-08-23T18:01:31.812" v="7790" actId="790"/>
          <ac:spMkLst>
            <pc:docMk/>
            <pc:sldMk cId="2503335071" sldId="344"/>
            <ac:spMk id="3" creationId="{887F10F3-FCCA-AF49-2674-FF33841E934C}"/>
          </ac:spMkLst>
        </pc:spChg>
        <pc:spChg chg="add mod">
          <ac:chgData name="Fabian Gutierrez" userId="cd3f08d5-9c8b-42a4-8255-4a0693b9fb32" providerId="ADAL" clId="{8C5CA598-6895-42B6-AD2B-21D0BA6C7787}" dt="2025-08-23T18:01:31.812" v="7790" actId="790"/>
          <ac:spMkLst>
            <pc:docMk/>
            <pc:sldMk cId="2503335071" sldId="344"/>
            <ac:spMk id="7" creationId="{67AA5B17-2F8B-12E5-209A-0BFEA408336D}"/>
          </ac:spMkLst>
        </pc:spChg>
        <pc:picChg chg="add mod">
          <ac:chgData name="Fabian Gutierrez" userId="cd3f08d5-9c8b-42a4-8255-4a0693b9fb32" providerId="ADAL" clId="{8C5CA598-6895-42B6-AD2B-21D0BA6C7787}" dt="2025-08-13T22:03:57.281" v="6484" actId="1076"/>
          <ac:picMkLst>
            <pc:docMk/>
            <pc:sldMk cId="2503335071" sldId="344"/>
            <ac:picMk id="9" creationId="{4CCE0595-0CC2-8569-93D0-FC405062608E}"/>
          </ac:picMkLst>
        </pc:picChg>
      </pc:sldChg>
      <pc:sldChg chg="addSp delSp modSp new mod ord modClrScheme chgLayout">
        <pc:chgData name="Fabian Gutierrez" userId="cd3f08d5-9c8b-42a4-8255-4a0693b9fb32" providerId="ADAL" clId="{8C5CA598-6895-42B6-AD2B-21D0BA6C7787}" dt="2025-08-23T18:01:31.812" v="7790" actId="790"/>
        <pc:sldMkLst>
          <pc:docMk/>
          <pc:sldMk cId="1555073239" sldId="345"/>
        </pc:sldMkLst>
        <pc:spChg chg="add mod ord">
          <ac:chgData name="Fabian Gutierrez" userId="cd3f08d5-9c8b-42a4-8255-4a0693b9fb32" providerId="ADAL" clId="{8C5CA598-6895-42B6-AD2B-21D0BA6C7787}" dt="2025-08-23T18:01:31.812" v="7790" actId="790"/>
          <ac:spMkLst>
            <pc:docMk/>
            <pc:sldMk cId="1555073239" sldId="345"/>
            <ac:spMk id="7" creationId="{74E1C466-898D-BD85-98A1-630A7F15DED5}"/>
          </ac:spMkLst>
        </pc:spChg>
        <pc:spChg chg="add mod">
          <ac:chgData name="Fabian Gutierrez" userId="cd3f08d5-9c8b-42a4-8255-4a0693b9fb32" providerId="ADAL" clId="{8C5CA598-6895-42B6-AD2B-21D0BA6C7787}" dt="2025-08-23T18:01:31.812" v="7790" actId="790"/>
          <ac:spMkLst>
            <pc:docMk/>
            <pc:sldMk cId="1555073239" sldId="345"/>
            <ac:spMk id="10" creationId="{481C74F7-8965-6421-32DC-DDA9D6D04938}"/>
          </ac:spMkLst>
        </pc:spChg>
        <pc:picChg chg="add mod">
          <ac:chgData name="Fabian Gutierrez" userId="cd3f08d5-9c8b-42a4-8255-4a0693b9fb32" providerId="ADAL" clId="{8C5CA598-6895-42B6-AD2B-21D0BA6C7787}" dt="2025-08-13T21:37:04.579" v="6393" actId="1076"/>
          <ac:picMkLst>
            <pc:docMk/>
            <pc:sldMk cId="1555073239" sldId="345"/>
            <ac:picMk id="9" creationId="{6E9CDB8B-49FA-3EDB-B759-A051D16C5ADA}"/>
          </ac:picMkLst>
        </pc:picChg>
      </pc:sldChg>
      <pc:sldChg chg="addSp modSp new mod">
        <pc:chgData name="Fabian Gutierrez" userId="cd3f08d5-9c8b-42a4-8255-4a0693b9fb32" providerId="ADAL" clId="{8C5CA598-6895-42B6-AD2B-21D0BA6C7787}" dt="2025-08-23T18:01:31.812" v="7790" actId="790"/>
        <pc:sldMkLst>
          <pc:docMk/>
          <pc:sldMk cId="3021093471" sldId="346"/>
        </pc:sldMkLst>
        <pc:spChg chg="mod">
          <ac:chgData name="Fabian Gutierrez" userId="cd3f08d5-9c8b-42a4-8255-4a0693b9fb32" providerId="ADAL" clId="{8C5CA598-6895-42B6-AD2B-21D0BA6C7787}" dt="2025-08-23T18:01:31.812" v="7790" actId="790"/>
          <ac:spMkLst>
            <pc:docMk/>
            <pc:sldMk cId="3021093471" sldId="346"/>
            <ac:spMk id="2" creationId="{96BECAF6-9AC7-35B1-06D6-782201A601CC}"/>
          </ac:spMkLst>
        </pc:spChg>
        <pc:spChg chg="add mod">
          <ac:chgData name="Fabian Gutierrez" userId="cd3f08d5-9c8b-42a4-8255-4a0693b9fb32" providerId="ADAL" clId="{8C5CA598-6895-42B6-AD2B-21D0BA6C7787}" dt="2025-08-23T18:01:31.812" v="7790" actId="790"/>
          <ac:spMkLst>
            <pc:docMk/>
            <pc:sldMk cId="3021093471" sldId="346"/>
            <ac:spMk id="5" creationId="{E5804623-AC3D-A276-00A8-890A0AEFAB88}"/>
          </ac:spMkLst>
        </pc:spChg>
        <pc:picChg chg="add mod">
          <ac:chgData name="Fabian Gutierrez" userId="cd3f08d5-9c8b-42a4-8255-4a0693b9fb32" providerId="ADAL" clId="{8C5CA598-6895-42B6-AD2B-21D0BA6C7787}" dt="2025-08-13T22:43:07.713" v="6733" actId="1076"/>
          <ac:picMkLst>
            <pc:docMk/>
            <pc:sldMk cId="3021093471" sldId="346"/>
            <ac:picMk id="4" creationId="{40552E7F-6CD0-6015-0B0C-C430621E968F}"/>
          </ac:picMkLst>
        </pc:picChg>
        <pc:picChg chg="add mod">
          <ac:chgData name="Fabian Gutierrez" userId="cd3f08d5-9c8b-42a4-8255-4a0693b9fb32" providerId="ADAL" clId="{8C5CA598-6895-42B6-AD2B-21D0BA6C7787}" dt="2025-08-13T22:43:29.342" v="6737" actId="208"/>
          <ac:picMkLst>
            <pc:docMk/>
            <pc:sldMk cId="3021093471" sldId="346"/>
            <ac:picMk id="7" creationId="{0E2BFBFB-DA43-7EAC-E3EC-A4657202917A}"/>
          </ac:picMkLst>
        </pc:picChg>
      </pc:sldChg>
      <pc:sldChg chg="addSp delSp modSp new mod modClrScheme chgLayout">
        <pc:chgData name="Fabian Gutierrez" userId="cd3f08d5-9c8b-42a4-8255-4a0693b9fb32" providerId="ADAL" clId="{8C5CA598-6895-42B6-AD2B-21D0BA6C7787}" dt="2025-08-23T18:01:31.812" v="7790" actId="790"/>
        <pc:sldMkLst>
          <pc:docMk/>
          <pc:sldMk cId="2574622967" sldId="347"/>
        </pc:sldMkLst>
        <pc:spChg chg="del mod ord">
          <ac:chgData name="Fabian Gutierrez" userId="cd3f08d5-9c8b-42a4-8255-4a0693b9fb32" providerId="ADAL" clId="{8C5CA598-6895-42B6-AD2B-21D0BA6C7787}" dt="2025-08-23T17:36:25.853" v="7401" actId="700"/>
          <ac:spMkLst>
            <pc:docMk/>
            <pc:sldMk cId="2574622967" sldId="347"/>
            <ac:spMk id="2" creationId="{0BBC4016-A77A-91EB-464B-F47C4AEACE8D}"/>
          </ac:spMkLst>
        </pc:spChg>
        <pc:spChg chg="add mod ord">
          <ac:chgData name="Fabian Gutierrez" userId="cd3f08d5-9c8b-42a4-8255-4a0693b9fb32" providerId="ADAL" clId="{8C5CA598-6895-42B6-AD2B-21D0BA6C7787}" dt="2025-08-23T18:01:31.812" v="7790" actId="790"/>
          <ac:spMkLst>
            <pc:docMk/>
            <pc:sldMk cId="2574622967" sldId="347"/>
            <ac:spMk id="3" creationId="{8089E289-9D01-7F18-9BD2-F888E727E108}"/>
          </ac:spMkLst>
        </pc:spChg>
        <pc:spChg chg="add mod">
          <ac:chgData name="Fabian Gutierrez" userId="cd3f08d5-9c8b-42a4-8255-4a0693b9fb32" providerId="ADAL" clId="{8C5CA598-6895-42B6-AD2B-21D0BA6C7787}" dt="2025-08-23T18:01:31.812" v="7790" actId="790"/>
          <ac:spMkLst>
            <pc:docMk/>
            <pc:sldMk cId="2574622967" sldId="347"/>
            <ac:spMk id="8" creationId="{3D4409F0-1ACA-E37B-E8DC-27003854F13A}"/>
          </ac:spMkLst>
        </pc:spChg>
        <pc:spChg chg="add mod">
          <ac:chgData name="Fabian Gutierrez" userId="cd3f08d5-9c8b-42a4-8255-4a0693b9fb32" providerId="ADAL" clId="{8C5CA598-6895-42B6-AD2B-21D0BA6C7787}" dt="2025-08-23T18:01:31.812" v="7790" actId="790"/>
          <ac:spMkLst>
            <pc:docMk/>
            <pc:sldMk cId="2574622967" sldId="347"/>
            <ac:spMk id="9" creationId="{387EDD08-93C6-2FBB-4FD4-0BCEF961463A}"/>
          </ac:spMkLst>
        </pc:spChg>
        <pc:spChg chg="add mod">
          <ac:chgData name="Fabian Gutierrez" userId="cd3f08d5-9c8b-42a4-8255-4a0693b9fb32" providerId="ADAL" clId="{8C5CA598-6895-42B6-AD2B-21D0BA6C7787}" dt="2025-08-23T18:01:31.812" v="7790" actId="790"/>
          <ac:spMkLst>
            <pc:docMk/>
            <pc:sldMk cId="2574622967" sldId="347"/>
            <ac:spMk id="10" creationId="{C5F11800-3A25-2A91-6497-98C8ECB5A6EC}"/>
          </ac:spMkLst>
        </pc:spChg>
        <pc:picChg chg="add mod">
          <ac:chgData name="Fabian Gutierrez" userId="cd3f08d5-9c8b-42a4-8255-4a0693b9fb32" providerId="ADAL" clId="{8C5CA598-6895-42B6-AD2B-21D0BA6C7787}" dt="2025-08-23T17:42:34.173" v="7473" actId="208"/>
          <ac:picMkLst>
            <pc:docMk/>
            <pc:sldMk cId="2574622967" sldId="347"/>
            <ac:picMk id="5" creationId="{FFFD749C-76DD-2825-DF3A-6F76B58B1F35}"/>
          </ac:picMkLst>
        </pc:picChg>
        <pc:picChg chg="add mod">
          <ac:chgData name="Fabian Gutierrez" userId="cd3f08d5-9c8b-42a4-8255-4a0693b9fb32" providerId="ADAL" clId="{8C5CA598-6895-42B6-AD2B-21D0BA6C7787}" dt="2025-08-23T17:42:38.567" v="7474" actId="208"/>
          <ac:picMkLst>
            <pc:docMk/>
            <pc:sldMk cId="2574622967" sldId="347"/>
            <ac:picMk id="7" creationId="{EE4383E4-76F3-7C2B-F468-FEE6D4DFAC22}"/>
          </ac:picMkLst>
        </pc:picChg>
      </pc:sldChg>
      <pc:sldChg chg="addSp modSp new mod ord modAnim">
        <pc:chgData name="Fabian Gutierrez" userId="cd3f08d5-9c8b-42a4-8255-4a0693b9fb32" providerId="ADAL" clId="{8C5CA598-6895-42B6-AD2B-21D0BA6C7787}" dt="2025-08-23T18:01:31.812" v="7790" actId="790"/>
        <pc:sldMkLst>
          <pc:docMk/>
          <pc:sldMk cId="963553896" sldId="348"/>
        </pc:sldMkLst>
        <pc:spChg chg="mod">
          <ac:chgData name="Fabian Gutierrez" userId="cd3f08d5-9c8b-42a4-8255-4a0693b9fb32" providerId="ADAL" clId="{8C5CA598-6895-42B6-AD2B-21D0BA6C7787}" dt="2025-08-23T18:01:31.812" v="7790" actId="790"/>
          <ac:spMkLst>
            <pc:docMk/>
            <pc:sldMk cId="963553896" sldId="348"/>
            <ac:spMk id="2" creationId="{753149E2-C2A2-9627-0BC9-DD12B78E6A0B}"/>
          </ac:spMkLst>
        </pc:spChg>
        <pc:picChg chg="add mod">
          <ac:chgData name="Fabian Gutierrez" userId="cd3f08d5-9c8b-42a4-8255-4a0693b9fb32" providerId="ADAL" clId="{8C5CA598-6895-42B6-AD2B-21D0BA6C7787}" dt="2025-08-23T17:54:44.948" v="7735" actId="1038"/>
          <ac:picMkLst>
            <pc:docMk/>
            <pc:sldMk cId="963553896" sldId="348"/>
            <ac:picMk id="4" creationId="{C50C3C49-C03C-AD40-EDC4-124CE521BA77}"/>
          </ac:picMkLst>
        </pc:picChg>
        <pc:picChg chg="add mod">
          <ac:chgData name="Fabian Gutierrez" userId="cd3f08d5-9c8b-42a4-8255-4a0693b9fb32" providerId="ADAL" clId="{8C5CA598-6895-42B6-AD2B-21D0BA6C7787}" dt="2025-08-23T17:54:42.533" v="7734" actId="1038"/>
          <ac:picMkLst>
            <pc:docMk/>
            <pc:sldMk cId="963553896" sldId="348"/>
            <ac:picMk id="5" creationId="{A2B01AED-29AD-6CC3-A0E3-8E3E603FB569}"/>
          </ac:picMkLst>
        </pc:picChg>
        <pc:picChg chg="add mod">
          <ac:chgData name="Fabian Gutierrez" userId="cd3f08d5-9c8b-42a4-8255-4a0693b9fb32" providerId="ADAL" clId="{8C5CA598-6895-42B6-AD2B-21D0BA6C7787}" dt="2025-08-23T17:54:40.909" v="7733" actId="1038"/>
          <ac:picMkLst>
            <pc:docMk/>
            <pc:sldMk cId="963553896" sldId="348"/>
            <ac:picMk id="6" creationId="{62729EF5-5393-40F3-B2CD-BA81CCEFC717}"/>
          </ac:picMkLst>
        </pc:picChg>
        <pc:picChg chg="add mod">
          <ac:chgData name="Fabian Gutierrez" userId="cd3f08d5-9c8b-42a4-8255-4a0693b9fb32" providerId="ADAL" clId="{8C5CA598-6895-42B6-AD2B-21D0BA6C7787}" dt="2025-08-23T17:54:37.696" v="7732" actId="1038"/>
          <ac:picMkLst>
            <pc:docMk/>
            <pc:sldMk cId="963553896" sldId="348"/>
            <ac:picMk id="7" creationId="{7A3088AA-4299-6485-17DB-7304B26DF963}"/>
          </ac:picMkLst>
        </pc:picChg>
        <pc:picChg chg="add mod">
          <ac:chgData name="Fabian Gutierrez" userId="cd3f08d5-9c8b-42a4-8255-4a0693b9fb32" providerId="ADAL" clId="{8C5CA598-6895-42B6-AD2B-21D0BA6C7787}" dt="2025-08-23T17:54:03.160" v="7726" actId="1036"/>
          <ac:picMkLst>
            <pc:docMk/>
            <pc:sldMk cId="963553896" sldId="348"/>
            <ac:picMk id="8" creationId="{0836A080-E909-C253-2A09-5C7B151780AC}"/>
          </ac:picMkLst>
        </pc:picChg>
        <pc:picChg chg="add mod">
          <ac:chgData name="Fabian Gutierrez" userId="cd3f08d5-9c8b-42a4-8255-4a0693b9fb32" providerId="ADAL" clId="{8C5CA598-6895-42B6-AD2B-21D0BA6C7787}" dt="2025-08-23T17:50:48.604" v="7656" actId="1076"/>
          <ac:picMkLst>
            <pc:docMk/>
            <pc:sldMk cId="963553896" sldId="348"/>
            <ac:picMk id="1026" creationId="{A7B8F4CB-FE22-27F0-E493-0E9EF122548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l-NL">
              <a:latin typeface="Tw Cen MT" panose="020B0602020104020603" pitchFamily="34" charset="0"/>
            </a:endParaRPr>
          </a:p>
        </p:txBody>
      </p:sp>
      <p:sp>
        <p:nvSpPr>
          <p:cNvPr id="3" name="Tijdelijke aanduiding voor datum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26AF0A9-7DE5-4CD4-AF33-2B83723E234F}" type="datetime1">
              <a:rPr lang="nl-NL" smtClean="0">
                <a:latin typeface="Tw Cen MT" panose="020B0602020104020603" pitchFamily="34" charset="0"/>
              </a:rPr>
              <a:t>23-8-2025</a:t>
            </a:fld>
            <a:endParaRPr lang="nl-NL">
              <a:latin typeface="Tw Cen MT" panose="020B0602020104020603" pitchFamily="34" charset="0"/>
            </a:endParaRPr>
          </a:p>
        </p:txBody>
      </p:sp>
      <p:sp>
        <p:nvSpPr>
          <p:cNvPr id="4" name="Tijdelijke aanduiding voor voettekst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r>
              <a:rPr lang="nl-NL">
                <a:latin typeface="Tw Cen MT" panose="020B0602020104020603" pitchFamily="34" charset="0"/>
              </a:rPr>
              <a:t>Free your Data</a:t>
            </a:r>
          </a:p>
        </p:txBody>
      </p:sp>
      <p:sp>
        <p:nvSpPr>
          <p:cNvPr id="5" name="Tijdelijke aanduiding voor dianumm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1BB1589-0F8A-400D-AEF4-57688446A2F5}" type="slidenum">
              <a:rPr lang="nl-NL" smtClean="0">
                <a:latin typeface="Tw Cen MT" panose="020B0602020104020603" pitchFamily="34" charset="0"/>
              </a:rPr>
              <a:t>‹nr.›</a:t>
            </a:fld>
            <a:endParaRPr lang="nl-NL">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pPr rtl="0"/>
            <a:endParaRPr lang="nl-NL" noProof="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pPr rtl="0"/>
            <a:fld id="{4A21D981-69D9-420F-BE83-F972CF6F505E}" type="datetime1">
              <a:rPr lang="nl-NL" noProof="0" smtClean="0"/>
              <a:t>20-8-2025</a:t>
            </a:fld>
            <a:endParaRPr lang="nl-NL" noProof="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nl-NL" noProof="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pPr rtl="0"/>
            <a:r>
              <a:rPr lang="nl-NL" noProof="0"/>
              <a:t>Free your Data</a:t>
            </a:r>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pPr rtl="0"/>
            <a:fld id="{DAE5FABD-26C8-4F74-B1E3-45BC91BC9D7B}" type="slidenum">
              <a:rPr lang="nl-NL" noProof="0" smtClean="0"/>
              <a:pPr rtl="0"/>
              <a:t>‹nr.›</a:t>
            </a:fld>
            <a:endParaRPr lang="nl-NL" noProof="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endParaRPr lang="nl-NL"/>
          </a:p>
        </p:txBody>
      </p:sp>
      <p:sp>
        <p:nvSpPr>
          <p:cNvPr id="4" name="Tijdelijke aanduiding voor dianummer 3"/>
          <p:cNvSpPr>
            <a:spLocks noGrp="1"/>
          </p:cNvSpPr>
          <p:nvPr>
            <p:ph type="sldNum" sz="quarter" idx="5"/>
          </p:nvPr>
        </p:nvSpPr>
        <p:spPr/>
        <p:txBody>
          <a:bodyPr rtlCol="0"/>
          <a:lstStyle/>
          <a:p>
            <a:pPr rtl="0"/>
            <a:fld id="{DAE5FABD-26C8-4F74-B1E3-45BC91BC9D7B}" type="slidenum">
              <a:rPr lang="nl-NL" smtClean="0"/>
              <a:pPr/>
              <a:t>1</a:t>
            </a:fld>
            <a:endParaRPr lang="nl-NL"/>
          </a:p>
        </p:txBody>
      </p:sp>
      <p:sp>
        <p:nvSpPr>
          <p:cNvPr id="5" name="Tijdelijke aanduiding voor voettekst 4">
            <a:extLst>
              <a:ext uri="{FF2B5EF4-FFF2-40B4-BE49-F238E27FC236}">
                <a16:creationId xmlns:a16="http://schemas.microsoft.com/office/drawing/2014/main" id="{4625864C-F44D-DFF1-A544-7F4932706BA5}"/>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endParaRPr lang="nl-NL"/>
          </a:p>
        </p:txBody>
      </p:sp>
      <p:sp>
        <p:nvSpPr>
          <p:cNvPr id="4" name="Tijdelijke aanduiding voor dianummer 3"/>
          <p:cNvSpPr>
            <a:spLocks noGrp="1"/>
          </p:cNvSpPr>
          <p:nvPr>
            <p:ph type="sldNum" sz="quarter" idx="5"/>
          </p:nvPr>
        </p:nvSpPr>
        <p:spPr/>
        <p:txBody>
          <a:bodyPr rtlCol="0"/>
          <a:lstStyle/>
          <a:p>
            <a:pPr rtl="0"/>
            <a:fld id="{DAE5FABD-26C8-4F74-B1E3-45BC91BC9D7B}" type="slidenum">
              <a:rPr lang="nl-NL" smtClean="0"/>
              <a:pPr rtl="0"/>
              <a:t>5</a:t>
            </a:fld>
            <a:endParaRPr lang="nl-NL"/>
          </a:p>
        </p:txBody>
      </p:sp>
      <p:sp>
        <p:nvSpPr>
          <p:cNvPr id="5" name="Tijdelijke aanduiding voor voettekst 4">
            <a:extLst>
              <a:ext uri="{FF2B5EF4-FFF2-40B4-BE49-F238E27FC236}">
                <a16:creationId xmlns:a16="http://schemas.microsoft.com/office/drawing/2014/main" id="{32DC23BF-ADC3-1BEF-9C04-07C5A91191A7}"/>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1935294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endParaRPr lang="nl-NL"/>
          </a:p>
        </p:txBody>
      </p:sp>
      <p:sp>
        <p:nvSpPr>
          <p:cNvPr id="4" name="Tijdelijke aanduiding voor dianummer 3"/>
          <p:cNvSpPr>
            <a:spLocks noGrp="1"/>
          </p:cNvSpPr>
          <p:nvPr>
            <p:ph type="sldNum" sz="quarter" idx="5"/>
          </p:nvPr>
        </p:nvSpPr>
        <p:spPr/>
        <p:txBody>
          <a:bodyPr rtlCol="0"/>
          <a:lstStyle/>
          <a:p>
            <a:pPr rtl="0"/>
            <a:fld id="{DAE5FABD-26C8-4F74-B1E3-45BC91BC9D7B}" type="slidenum">
              <a:rPr lang="nl-NL" smtClean="0"/>
              <a:pPr rtl="0"/>
              <a:t>6</a:t>
            </a:fld>
            <a:endParaRPr lang="nl-NL"/>
          </a:p>
        </p:txBody>
      </p:sp>
      <p:sp>
        <p:nvSpPr>
          <p:cNvPr id="5" name="Tijdelijke aanduiding voor voettekst 4">
            <a:extLst>
              <a:ext uri="{FF2B5EF4-FFF2-40B4-BE49-F238E27FC236}">
                <a16:creationId xmlns:a16="http://schemas.microsoft.com/office/drawing/2014/main" id="{94431921-B018-A8AD-B8CB-11D86C702D02}"/>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2900598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endParaRPr lang="nl-NL"/>
          </a:p>
        </p:txBody>
      </p:sp>
      <p:sp>
        <p:nvSpPr>
          <p:cNvPr id="4" name="Tijdelijke aanduiding voor dianummer 3"/>
          <p:cNvSpPr>
            <a:spLocks noGrp="1"/>
          </p:cNvSpPr>
          <p:nvPr>
            <p:ph type="sldNum" sz="quarter" idx="5"/>
          </p:nvPr>
        </p:nvSpPr>
        <p:spPr/>
        <p:txBody>
          <a:bodyPr rtlCol="0"/>
          <a:lstStyle/>
          <a:p>
            <a:pPr rtl="0"/>
            <a:fld id="{DAE5FABD-26C8-4F74-B1E3-45BC91BC9D7B}" type="slidenum">
              <a:rPr lang="nl-NL" smtClean="0"/>
              <a:pPr rtl="0"/>
              <a:t>7</a:t>
            </a:fld>
            <a:endParaRPr lang="nl-NL"/>
          </a:p>
        </p:txBody>
      </p:sp>
      <p:sp>
        <p:nvSpPr>
          <p:cNvPr id="5" name="Tijdelijke aanduiding voor voettekst 4">
            <a:extLst>
              <a:ext uri="{FF2B5EF4-FFF2-40B4-BE49-F238E27FC236}">
                <a16:creationId xmlns:a16="http://schemas.microsoft.com/office/drawing/2014/main" id="{CE6218A9-2B55-D195-28B9-945024D37F5C}"/>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3524746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endParaRPr lang="nl-NL"/>
          </a:p>
        </p:txBody>
      </p:sp>
      <p:sp>
        <p:nvSpPr>
          <p:cNvPr id="4" name="Tijdelijke aanduiding voor dianummer 3"/>
          <p:cNvSpPr>
            <a:spLocks noGrp="1"/>
          </p:cNvSpPr>
          <p:nvPr>
            <p:ph type="sldNum" sz="quarter" idx="5"/>
          </p:nvPr>
        </p:nvSpPr>
        <p:spPr/>
        <p:txBody>
          <a:bodyPr rtlCol="0"/>
          <a:lstStyle/>
          <a:p>
            <a:pPr rtl="0"/>
            <a:fld id="{DAE5FABD-26C8-4F74-B1E3-45BC91BC9D7B}" type="slidenum">
              <a:rPr lang="nl-NL" smtClean="0"/>
              <a:pPr rtl="0"/>
              <a:t>32</a:t>
            </a:fld>
            <a:endParaRPr lang="nl-NL"/>
          </a:p>
        </p:txBody>
      </p:sp>
      <p:sp>
        <p:nvSpPr>
          <p:cNvPr id="5" name="Tijdelijke aanduiding voor voettekst 4">
            <a:extLst>
              <a:ext uri="{FF2B5EF4-FFF2-40B4-BE49-F238E27FC236}">
                <a16:creationId xmlns:a16="http://schemas.microsoft.com/office/drawing/2014/main" id="{FD1533D1-9270-49C4-4CD3-2272EC74B30D}"/>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3782231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61C00-2067-1362-95C7-EB3FD544CE3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4E84A52-FC77-1A70-564A-6FE6D433485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CC0C718-3BB3-BB2E-ED24-4F5A4002B35C}"/>
              </a:ext>
            </a:extLst>
          </p:cNvPr>
          <p:cNvSpPr>
            <a:spLocks noGrp="1"/>
          </p:cNvSpPr>
          <p:nvPr>
            <p:ph type="body" idx="1"/>
          </p:nvPr>
        </p:nvSpPr>
        <p:spPr/>
        <p:txBody>
          <a:bodyPr rtlCol="0"/>
          <a:lstStyle/>
          <a:p>
            <a:pPr rtl="0"/>
            <a:endParaRPr lang="nl-NL"/>
          </a:p>
        </p:txBody>
      </p:sp>
      <p:sp>
        <p:nvSpPr>
          <p:cNvPr id="4" name="Tijdelijke aanduiding voor dianummer 3">
            <a:extLst>
              <a:ext uri="{FF2B5EF4-FFF2-40B4-BE49-F238E27FC236}">
                <a16:creationId xmlns:a16="http://schemas.microsoft.com/office/drawing/2014/main" id="{3F25603B-41C7-25D8-40D2-FD8A4E88C018}"/>
              </a:ext>
            </a:extLst>
          </p:cNvPr>
          <p:cNvSpPr>
            <a:spLocks noGrp="1"/>
          </p:cNvSpPr>
          <p:nvPr>
            <p:ph type="sldNum" sz="quarter" idx="5"/>
          </p:nvPr>
        </p:nvSpPr>
        <p:spPr/>
        <p:txBody>
          <a:bodyPr rtlCol="0"/>
          <a:lstStyle/>
          <a:p>
            <a:pPr rtl="0"/>
            <a:fld id="{DAE5FABD-26C8-4F74-B1E3-45BC91BC9D7B}" type="slidenum">
              <a:rPr lang="nl-NL" smtClean="0"/>
              <a:pPr rtl="0"/>
              <a:t>35</a:t>
            </a:fld>
            <a:endParaRPr lang="nl-NL"/>
          </a:p>
        </p:txBody>
      </p:sp>
      <p:sp>
        <p:nvSpPr>
          <p:cNvPr id="5" name="Tijdelijke aanduiding voor voettekst 4">
            <a:extLst>
              <a:ext uri="{FF2B5EF4-FFF2-40B4-BE49-F238E27FC236}">
                <a16:creationId xmlns:a16="http://schemas.microsoft.com/office/drawing/2014/main" id="{92C83507-EF3E-9BD2-5CAB-FC5ADB1B785F}"/>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2510509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endParaRPr lang="nl-NL"/>
          </a:p>
        </p:txBody>
      </p:sp>
      <p:sp>
        <p:nvSpPr>
          <p:cNvPr id="4" name="Tijdelijke aanduiding voor dianummer 3"/>
          <p:cNvSpPr>
            <a:spLocks noGrp="1"/>
          </p:cNvSpPr>
          <p:nvPr>
            <p:ph type="sldNum" sz="quarter" idx="5"/>
          </p:nvPr>
        </p:nvSpPr>
        <p:spPr/>
        <p:txBody>
          <a:bodyPr rtlCol="0"/>
          <a:lstStyle/>
          <a:p>
            <a:pPr rtl="0"/>
            <a:fld id="{DAE5FABD-26C8-4F74-B1E3-45BC91BC9D7B}" type="slidenum">
              <a:rPr lang="nl-NL" smtClean="0"/>
              <a:pPr rtl="0"/>
              <a:t>37</a:t>
            </a:fld>
            <a:endParaRPr lang="nl-NL"/>
          </a:p>
        </p:txBody>
      </p:sp>
      <p:sp>
        <p:nvSpPr>
          <p:cNvPr id="5" name="Tijdelijke aanduiding voor voettekst 4">
            <a:extLst>
              <a:ext uri="{FF2B5EF4-FFF2-40B4-BE49-F238E27FC236}">
                <a16:creationId xmlns:a16="http://schemas.microsoft.com/office/drawing/2014/main" id="{D8B23BFD-3F40-52EC-689D-4AD0AB94689A}"/>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2318251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endParaRPr lang="nl-NL"/>
          </a:p>
        </p:txBody>
      </p:sp>
      <p:sp>
        <p:nvSpPr>
          <p:cNvPr id="4" name="Tijdelijke aanduiding voor dianummer 3"/>
          <p:cNvSpPr>
            <a:spLocks noGrp="1"/>
          </p:cNvSpPr>
          <p:nvPr>
            <p:ph type="sldNum" sz="quarter" idx="5"/>
          </p:nvPr>
        </p:nvSpPr>
        <p:spPr/>
        <p:txBody>
          <a:bodyPr rtlCol="0"/>
          <a:lstStyle/>
          <a:p>
            <a:pPr rtl="0"/>
            <a:fld id="{DAE5FABD-26C8-4F74-B1E3-45BC91BC9D7B}" type="slidenum">
              <a:rPr lang="nl-NL" smtClean="0"/>
              <a:pPr rtl="0"/>
              <a:t>38</a:t>
            </a:fld>
            <a:endParaRPr lang="nl-NL"/>
          </a:p>
        </p:txBody>
      </p:sp>
      <p:sp>
        <p:nvSpPr>
          <p:cNvPr id="5" name="Tijdelijke aanduiding voor voettekst 4">
            <a:extLst>
              <a:ext uri="{FF2B5EF4-FFF2-40B4-BE49-F238E27FC236}">
                <a16:creationId xmlns:a16="http://schemas.microsoft.com/office/drawing/2014/main" id="{6CA8C506-BBF3-B89B-BA58-98C131C3334F}"/>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1273297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C3850-85E7-5CF2-3949-C16A90935C4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BFE5E19-0AE9-1171-5CE4-2C068D3C705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61ACEAE-A1B0-36DE-3146-4DFAB6A1CFC1}"/>
              </a:ext>
            </a:extLst>
          </p:cNvPr>
          <p:cNvSpPr>
            <a:spLocks noGrp="1"/>
          </p:cNvSpPr>
          <p:nvPr>
            <p:ph type="body" idx="1"/>
          </p:nvPr>
        </p:nvSpPr>
        <p:spPr/>
        <p:txBody>
          <a:bodyPr rtlCol="0"/>
          <a:lstStyle/>
          <a:p>
            <a:pPr rtl="0"/>
            <a:endParaRPr lang="nl-NL"/>
          </a:p>
        </p:txBody>
      </p:sp>
      <p:sp>
        <p:nvSpPr>
          <p:cNvPr id="4" name="Tijdelijke aanduiding voor dianummer 3">
            <a:extLst>
              <a:ext uri="{FF2B5EF4-FFF2-40B4-BE49-F238E27FC236}">
                <a16:creationId xmlns:a16="http://schemas.microsoft.com/office/drawing/2014/main" id="{68B6DDE0-84FC-74F1-9ABC-3FA7FCB0D82B}"/>
              </a:ext>
            </a:extLst>
          </p:cNvPr>
          <p:cNvSpPr>
            <a:spLocks noGrp="1"/>
          </p:cNvSpPr>
          <p:nvPr>
            <p:ph type="sldNum" sz="quarter" idx="5"/>
          </p:nvPr>
        </p:nvSpPr>
        <p:spPr/>
        <p:txBody>
          <a:bodyPr rtlCol="0"/>
          <a:lstStyle/>
          <a:p>
            <a:pPr rtl="0"/>
            <a:fld id="{DAE5FABD-26C8-4F74-B1E3-45BC91BC9D7B}" type="slidenum">
              <a:rPr lang="nl-NL" smtClean="0"/>
              <a:pPr rtl="0"/>
              <a:t>39</a:t>
            </a:fld>
            <a:endParaRPr lang="nl-NL"/>
          </a:p>
        </p:txBody>
      </p:sp>
      <p:sp>
        <p:nvSpPr>
          <p:cNvPr id="5" name="Tijdelijke aanduiding voor voettekst 4">
            <a:extLst>
              <a:ext uri="{FF2B5EF4-FFF2-40B4-BE49-F238E27FC236}">
                <a16:creationId xmlns:a16="http://schemas.microsoft.com/office/drawing/2014/main" id="{B691315F-3DC1-434C-6DDA-C2C24B097F98}"/>
              </a:ext>
            </a:extLst>
          </p:cNvPr>
          <p:cNvSpPr>
            <a:spLocks noGrp="1"/>
          </p:cNvSpPr>
          <p:nvPr>
            <p:ph type="ftr" sz="quarter" idx="4"/>
          </p:nvPr>
        </p:nvSpPr>
        <p:spPr/>
        <p:txBody>
          <a:bodyPr/>
          <a:lstStyle/>
          <a:p>
            <a:pPr rtl="0"/>
            <a:r>
              <a:rPr lang="nl-NL" noProof="0"/>
              <a:t>Free your Data</a:t>
            </a:r>
          </a:p>
        </p:txBody>
      </p:sp>
    </p:spTree>
    <p:extLst>
      <p:ext uri="{BB962C8B-B14F-4D97-AF65-F5344CB8AC3E}">
        <p14:creationId xmlns:p14="http://schemas.microsoft.com/office/powerpoint/2010/main" val="1487286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_Diepgeel">
    <p:bg>
      <p:bgPr>
        <a:solidFill>
          <a:schemeClr val="bg1">
            <a:lumMod val="95000"/>
          </a:schemeClr>
        </a:solidFill>
        <a:effectLst/>
      </p:bgPr>
    </p:bg>
    <p:spTree>
      <p:nvGrpSpPr>
        <p:cNvPr id="1" name=""/>
        <p:cNvGrpSpPr/>
        <p:nvPr/>
      </p:nvGrpSpPr>
      <p:grpSpPr>
        <a:xfrm>
          <a:off x="0" y="0"/>
          <a:ext cx="0" cy="0"/>
          <a:chOff x="0" y="0"/>
          <a:chExt cx="0" cy="0"/>
        </a:xfrm>
      </p:grpSpPr>
      <p:sp>
        <p:nvSpPr>
          <p:cNvPr id="53" name="Tijdelijke aanduiding voor tekst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rtl="0"/>
            <a:r>
              <a:rPr lang="nl-NL" noProof="0"/>
              <a:t>A</a:t>
            </a:r>
          </a:p>
        </p:txBody>
      </p:sp>
      <p:sp>
        <p:nvSpPr>
          <p:cNvPr id="48" name="Vrije vorm: Vorm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49" name="Vrije vorm: Vorm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nl-NL" noProof="0"/>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1378135" y="1219199"/>
            <a:ext cx="7232465" cy="2732439"/>
          </a:xfrm>
        </p:spPr>
        <p:txBody>
          <a:bodyPr rtlCol="0" anchor="t">
            <a:normAutofit/>
          </a:bodyPr>
          <a:lstStyle>
            <a:lvl1pPr algn="l">
              <a:defRPr lang="en-US" sz="5000" kern="1200" cap="all" spc="100" baseline="0" dirty="0">
                <a:solidFill>
                  <a:srgbClr val="2C2E52"/>
                </a:solidFill>
                <a:latin typeface="+mj-lt"/>
                <a:ea typeface="+mj-ea"/>
                <a:cs typeface="+mj-cs"/>
              </a:defRPr>
            </a:lvl1pPr>
          </a:lstStyle>
          <a:p>
            <a:pPr rtl="0"/>
            <a:r>
              <a:rPr lang="nl-NL" noProof="0"/>
              <a:t>Klik om de titelstijl van het model te bewerken</a:t>
            </a:r>
          </a:p>
        </p:txBody>
      </p:sp>
      <p:sp>
        <p:nvSpPr>
          <p:cNvPr id="3" name="Subtitel 2"/>
          <p:cNvSpPr>
            <a:spLocks noGrp="1"/>
          </p:cNvSpPr>
          <p:nvPr>
            <p:ph type="subTitle" idx="1" hasCustomPrompt="1"/>
          </p:nvPr>
        </p:nvSpPr>
        <p:spPr>
          <a:xfrm>
            <a:off x="1378134" y="4069079"/>
            <a:ext cx="5022666" cy="1463040"/>
          </a:xfrm>
        </p:spPr>
        <p:txBody>
          <a:bodyPr lIns="91440" rIns="91440" rtlCol="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
        <p:nvSpPr>
          <p:cNvPr id="33" name="Rechthoek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nl-NL" noProof="0"/>
          </a:p>
        </p:txBody>
      </p:sp>
      <p:sp>
        <p:nvSpPr>
          <p:cNvPr id="19" name="Tijdelijke aanduiding voor afbeelding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rtlCol="0" anchor="ctr">
            <a:noAutofit/>
          </a:bodyPr>
          <a:lstStyle>
            <a:lvl1pPr marL="0" indent="0" algn="ctr">
              <a:buNone/>
              <a:defRPr/>
            </a:lvl1pPr>
          </a:lstStyle>
          <a:p>
            <a:pPr rtl="0"/>
            <a:r>
              <a:rPr lang="nl-NL" noProof="0"/>
              <a:t>Afbeelding invoegen</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dia_Diepgeel">
    <p:bg>
      <p:bgPr>
        <a:solidFill>
          <a:schemeClr val="bg1">
            <a:lumMod val="95000"/>
          </a:schemeClr>
        </a:solidFill>
        <a:effectLst/>
      </p:bgPr>
    </p:bg>
    <p:spTree>
      <p:nvGrpSpPr>
        <p:cNvPr id="1" name=""/>
        <p:cNvGrpSpPr/>
        <p:nvPr/>
      </p:nvGrpSpPr>
      <p:grpSpPr>
        <a:xfrm>
          <a:off x="0" y="0"/>
          <a:ext cx="0" cy="0"/>
          <a:chOff x="0" y="0"/>
          <a:chExt cx="0" cy="0"/>
        </a:xfrm>
      </p:grpSpPr>
      <p:sp>
        <p:nvSpPr>
          <p:cNvPr id="53" name="Tijdelijke aanduiding voor tekst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rtl="0"/>
            <a:r>
              <a:rPr lang="nl-NL" noProof="0"/>
              <a:t>A</a:t>
            </a:r>
          </a:p>
        </p:txBody>
      </p:sp>
      <p:sp>
        <p:nvSpPr>
          <p:cNvPr id="48" name="Vrije vorm: Vorm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49" name="Vrije vorm: Vorm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nl-NL" noProof="0"/>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1378135" y="1219199"/>
            <a:ext cx="7232465" cy="2732439"/>
          </a:xfrm>
        </p:spPr>
        <p:txBody>
          <a:bodyPr rtlCol="0" anchor="t">
            <a:normAutofit/>
          </a:bodyPr>
          <a:lstStyle>
            <a:lvl1pPr algn="l">
              <a:defRPr lang="en-US" sz="5000" kern="1200" cap="all" spc="100" baseline="0" dirty="0">
                <a:solidFill>
                  <a:srgbClr val="2C2E52"/>
                </a:solidFill>
                <a:latin typeface="+mj-lt"/>
                <a:ea typeface="+mj-ea"/>
                <a:cs typeface="+mj-cs"/>
              </a:defRPr>
            </a:lvl1pPr>
          </a:lstStyle>
          <a:p>
            <a:pPr rtl="0"/>
            <a:r>
              <a:rPr lang="nl-NL" noProof="0"/>
              <a:t>Klik om de titelstijl van het model te bewerken</a:t>
            </a:r>
          </a:p>
        </p:txBody>
      </p:sp>
      <p:sp>
        <p:nvSpPr>
          <p:cNvPr id="3" name="Subtitel 2"/>
          <p:cNvSpPr>
            <a:spLocks noGrp="1"/>
          </p:cNvSpPr>
          <p:nvPr>
            <p:ph type="subTitle" idx="1" hasCustomPrompt="1"/>
          </p:nvPr>
        </p:nvSpPr>
        <p:spPr>
          <a:xfrm>
            <a:off x="1378134" y="4069079"/>
            <a:ext cx="5022666" cy="1463040"/>
          </a:xfrm>
        </p:spPr>
        <p:txBody>
          <a:bodyPr lIns="91440" rIns="91440" rtlCol="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
        <p:nvSpPr>
          <p:cNvPr id="33" name="Rechthoek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nl-NL" noProof="0"/>
          </a:p>
        </p:txBody>
      </p:sp>
      <p:sp>
        <p:nvSpPr>
          <p:cNvPr id="19" name="Tijdelijke aanduiding voor afbeelding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rtlCol="0" anchor="ctr">
            <a:noAutofit/>
          </a:bodyPr>
          <a:lstStyle>
            <a:lvl1pPr marL="0" indent="0" algn="ctr">
              <a:buNone/>
              <a:defRPr/>
            </a:lvl1pPr>
          </a:lstStyle>
          <a:p>
            <a:pPr rtl="0"/>
            <a:r>
              <a:rPr lang="nl-NL" noProof="0"/>
              <a:t>Afbeelding invoegen</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eldia_Diepgeel">
    <p:bg>
      <p:bgPr>
        <a:solidFill>
          <a:schemeClr val="bg1">
            <a:lumMod val="95000"/>
          </a:schemeClr>
        </a:solidFill>
        <a:effectLst/>
      </p:bgPr>
    </p:bg>
    <p:spTree>
      <p:nvGrpSpPr>
        <p:cNvPr id="1" name=""/>
        <p:cNvGrpSpPr/>
        <p:nvPr/>
      </p:nvGrpSpPr>
      <p:grpSpPr>
        <a:xfrm>
          <a:off x="0" y="0"/>
          <a:ext cx="0" cy="0"/>
          <a:chOff x="0" y="0"/>
          <a:chExt cx="0" cy="0"/>
        </a:xfrm>
      </p:grpSpPr>
      <p:sp>
        <p:nvSpPr>
          <p:cNvPr id="11" name="Tijdelijke aanduiding voor tekst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rtlCol="0"/>
          <a:lstStyle>
            <a:lvl1pPr marL="0" indent="0">
              <a:buNone/>
              <a:defRPr>
                <a:solidFill>
                  <a:schemeClr val="tx1">
                    <a:alpha val="0"/>
                  </a:schemeClr>
                </a:solidFill>
              </a:defRPr>
            </a:lvl1pPr>
          </a:lstStyle>
          <a:p>
            <a:pPr lvl="0" rtl="0"/>
            <a:r>
              <a:rPr lang="nl-NL" noProof="0"/>
              <a:t>A</a:t>
            </a:r>
          </a:p>
        </p:txBody>
      </p:sp>
      <p:sp>
        <p:nvSpPr>
          <p:cNvPr id="12" name="Tijdelijke aanduiding voor tekst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rtlCol="0"/>
          <a:lstStyle>
            <a:lvl1pPr marL="0" indent="0">
              <a:buNone/>
              <a:defRPr>
                <a:solidFill>
                  <a:schemeClr val="tx1">
                    <a:alpha val="0"/>
                  </a:schemeClr>
                </a:solidFill>
              </a:defRPr>
            </a:lvl1pPr>
          </a:lstStyle>
          <a:p>
            <a:pPr lvl="0" rtl="0"/>
            <a:r>
              <a:rPr lang="nl-NL" noProof="0"/>
              <a:t>A</a:t>
            </a:r>
          </a:p>
        </p:txBody>
      </p:sp>
      <p:sp>
        <p:nvSpPr>
          <p:cNvPr id="10" name="Tijdelijke aanduiding voor tekst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1295400" y="1905000"/>
            <a:ext cx="5864382" cy="2275238"/>
          </a:xfrm>
        </p:spPr>
        <p:txBody>
          <a:bodyPr rtlCol="0" anchor="t">
            <a:normAutofit/>
          </a:bodyPr>
          <a:lstStyle>
            <a:lvl1pPr algn="l">
              <a:defRPr lang="en-US" sz="5000" kern="1200" cap="all" spc="100" baseline="0" dirty="0">
                <a:solidFill>
                  <a:srgbClr val="2C2E52"/>
                </a:solidFill>
                <a:latin typeface="+mj-lt"/>
                <a:ea typeface="+mj-ea"/>
                <a:cs typeface="+mj-cs"/>
              </a:defRPr>
            </a:lvl1pPr>
          </a:lstStyle>
          <a:p>
            <a:pPr rtl="0"/>
            <a:r>
              <a:rPr lang="nl-NL" noProof="0"/>
              <a:t>Klik om de titelstijl van het model te bewerken</a:t>
            </a:r>
          </a:p>
        </p:txBody>
      </p:sp>
      <p:sp>
        <p:nvSpPr>
          <p:cNvPr id="3" name="Subtitel 2"/>
          <p:cNvSpPr>
            <a:spLocks noGrp="1"/>
          </p:cNvSpPr>
          <p:nvPr>
            <p:ph type="subTitle" idx="1" hasCustomPrompt="1"/>
          </p:nvPr>
        </p:nvSpPr>
        <p:spPr>
          <a:xfrm>
            <a:off x="1295400" y="4297679"/>
            <a:ext cx="4072586" cy="1463040"/>
          </a:xfrm>
        </p:spPr>
        <p:txBody>
          <a:bodyPr lIns="91440" rIns="91440" rtlCol="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
        <p:nvSpPr>
          <p:cNvPr id="13" name="Tijdelijke aanduiding voor tekst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rtlCol="0"/>
          <a:lstStyle>
            <a:lvl1pPr marL="0" indent="0">
              <a:buNone/>
              <a:defRPr>
                <a:solidFill>
                  <a:schemeClr val="tx1">
                    <a:alpha val="0"/>
                  </a:schemeClr>
                </a:solidFill>
              </a:defRPr>
            </a:lvl1pPr>
          </a:lstStyle>
          <a:p>
            <a:pPr lvl="0" rtl="0"/>
            <a:r>
              <a:rPr lang="nl-NL" noProof="0"/>
              <a:t>A</a:t>
            </a:r>
          </a:p>
        </p:txBody>
      </p:sp>
      <p:sp>
        <p:nvSpPr>
          <p:cNvPr id="14" name="Tijdelijke aanduiding voor tekst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rtlCol="0"/>
          <a:lstStyle>
            <a:lvl1pPr marL="0" indent="0">
              <a:buNone/>
              <a:defRPr>
                <a:solidFill>
                  <a:schemeClr val="tx1">
                    <a:alpha val="0"/>
                  </a:schemeClr>
                </a:solidFill>
              </a:defRPr>
            </a:lvl1pPr>
          </a:lstStyle>
          <a:p>
            <a:pPr lvl="0" rtl="0"/>
            <a:r>
              <a:rPr lang="nl-NL" noProof="0"/>
              <a:t>A</a:t>
            </a:r>
          </a:p>
        </p:txBody>
      </p:sp>
      <p:sp>
        <p:nvSpPr>
          <p:cNvPr id="19" name="Tijdelijke aanduiding voor afbeelding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rtlCol="0" anchor="ctr">
            <a:noAutofit/>
          </a:bodyPr>
          <a:lstStyle>
            <a:lvl1pPr marL="0" indent="0" algn="ctr">
              <a:buNone/>
              <a:defRPr/>
            </a:lvl1pPr>
          </a:lstStyle>
          <a:p>
            <a:pPr rtl="0"/>
            <a:r>
              <a:rPr lang="nl-NL" noProof="0"/>
              <a:t>Afbeelding invoegen</a:t>
            </a:r>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eldia_Diepgeel">
    <p:spTree>
      <p:nvGrpSpPr>
        <p:cNvPr id="1" name=""/>
        <p:cNvGrpSpPr/>
        <p:nvPr/>
      </p:nvGrpSpPr>
      <p:grpSpPr>
        <a:xfrm>
          <a:off x="0" y="0"/>
          <a:ext cx="0" cy="0"/>
          <a:chOff x="0" y="0"/>
          <a:chExt cx="0" cy="0"/>
        </a:xfrm>
      </p:grpSpPr>
      <p:sp>
        <p:nvSpPr>
          <p:cNvPr id="26" name="Tijdelijke aanduiding voor afbeelding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rtlCol="0" anchor="ctr">
            <a:noAutofit/>
          </a:bodyPr>
          <a:lstStyle>
            <a:lvl1pPr marL="0" indent="0" algn="ctr">
              <a:buNone/>
              <a:defRPr/>
            </a:lvl1pPr>
          </a:lstStyle>
          <a:p>
            <a:pPr rtl="0"/>
            <a:r>
              <a:rPr lang="nl-NL" noProof="0"/>
              <a:t>Afbeelding invoegen</a:t>
            </a:r>
          </a:p>
        </p:txBody>
      </p:sp>
      <p:sp>
        <p:nvSpPr>
          <p:cNvPr id="27" name="Tijdelijke aanduiding voor tekst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4" name="Tijdelijke aanduiding voor tekst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rtlCol="0">
            <a:noAutofit/>
          </a:bodyPr>
          <a:lstStyle>
            <a:lvl1pPr marL="0" indent="0" algn="ctr">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3163809" y="1905000"/>
            <a:ext cx="5864382" cy="2275238"/>
          </a:xfrm>
        </p:spPr>
        <p:txBody>
          <a:bodyPr rtlCol="0" anchor="t">
            <a:normAutofit/>
          </a:bodyPr>
          <a:lstStyle>
            <a:lvl1pPr algn="ctr">
              <a:defRPr lang="en-US" sz="5000" kern="1200" cap="all" spc="100" baseline="0" dirty="0">
                <a:solidFill>
                  <a:schemeClr val="bg1"/>
                </a:solidFill>
                <a:latin typeface="+mj-lt"/>
                <a:ea typeface="+mj-ea"/>
                <a:cs typeface="+mj-cs"/>
              </a:defRPr>
            </a:lvl1pPr>
          </a:lstStyle>
          <a:p>
            <a:pPr rtl="0"/>
            <a:r>
              <a:rPr lang="nl-NL" noProof="0"/>
              <a:t>Klik om de titelstijl van het model te bewerken</a:t>
            </a:r>
          </a:p>
        </p:txBody>
      </p:sp>
      <p:sp>
        <p:nvSpPr>
          <p:cNvPr id="3" name="Subtitel 2"/>
          <p:cNvSpPr>
            <a:spLocks noGrp="1"/>
          </p:cNvSpPr>
          <p:nvPr>
            <p:ph type="subTitle" idx="1" hasCustomPrompt="1"/>
          </p:nvPr>
        </p:nvSpPr>
        <p:spPr>
          <a:xfrm>
            <a:off x="4059707" y="4297679"/>
            <a:ext cx="4072586" cy="1463040"/>
          </a:xfrm>
        </p:spPr>
        <p:txBody>
          <a:bodyPr lIns="91440" rIns="91440" rtlCol="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eldia_Diepgeel">
    <p:bg>
      <p:bgPr>
        <a:solidFill>
          <a:schemeClr val="bg1">
            <a:lumMod val="95000"/>
          </a:schemeClr>
        </a:solidFill>
        <a:effectLst/>
      </p:bgPr>
    </p:bg>
    <p:spTree>
      <p:nvGrpSpPr>
        <p:cNvPr id="1" name=""/>
        <p:cNvGrpSpPr/>
        <p:nvPr/>
      </p:nvGrpSpPr>
      <p:grpSpPr>
        <a:xfrm>
          <a:off x="0" y="0"/>
          <a:ext cx="0" cy="0"/>
          <a:chOff x="0" y="0"/>
          <a:chExt cx="0" cy="0"/>
        </a:xfrm>
      </p:grpSpPr>
      <p:sp>
        <p:nvSpPr>
          <p:cNvPr id="19" name="Tijdelijke aanduiding voor afbeelding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rtlCol="0" anchor="ctr">
            <a:noAutofit/>
          </a:bodyPr>
          <a:lstStyle>
            <a:lvl1pPr marL="0" indent="0" algn="ctr">
              <a:buNone/>
              <a:defRPr/>
            </a:lvl1pPr>
          </a:lstStyle>
          <a:p>
            <a:pPr rtl="0"/>
            <a:r>
              <a:rPr lang="nl-NL" noProof="0"/>
              <a:t>Afbeelding invoegen</a:t>
            </a:r>
          </a:p>
        </p:txBody>
      </p:sp>
      <p:sp>
        <p:nvSpPr>
          <p:cNvPr id="7" name="Tijdelijke aanduiding voor tekst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2" name="Tijdelijke aanduiding voor tekst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10" name="Tijdelijke aanduiding voor tekst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rtlCol="0"/>
          <a:lstStyle>
            <a:lvl1pPr marL="0" indent="0" algn="ctr">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3163809" y="1905000"/>
            <a:ext cx="5864382" cy="2275238"/>
          </a:xfrm>
        </p:spPr>
        <p:txBody>
          <a:bodyPr rtlCol="0" anchor="t">
            <a:normAutofit/>
          </a:bodyPr>
          <a:lstStyle>
            <a:lvl1pPr algn="ctr">
              <a:defRPr lang="en-US" sz="5000" kern="1200" cap="all" spc="100" baseline="0" dirty="0">
                <a:solidFill>
                  <a:schemeClr val="bg1"/>
                </a:solidFill>
                <a:latin typeface="+mj-lt"/>
                <a:ea typeface="+mj-ea"/>
                <a:cs typeface="+mj-cs"/>
              </a:defRPr>
            </a:lvl1pPr>
          </a:lstStyle>
          <a:p>
            <a:pPr rtl="0"/>
            <a:r>
              <a:rPr lang="nl-NL" noProof="0"/>
              <a:t>Klik om de titelstijl van het model te bewerken</a:t>
            </a:r>
          </a:p>
        </p:txBody>
      </p:sp>
      <p:sp>
        <p:nvSpPr>
          <p:cNvPr id="3" name="Subtitel 2"/>
          <p:cNvSpPr>
            <a:spLocks noGrp="1"/>
          </p:cNvSpPr>
          <p:nvPr>
            <p:ph type="subTitle" idx="1" hasCustomPrompt="1"/>
          </p:nvPr>
        </p:nvSpPr>
        <p:spPr>
          <a:xfrm>
            <a:off x="4059707" y="4297679"/>
            <a:ext cx="4072586" cy="1463040"/>
          </a:xfrm>
        </p:spPr>
        <p:txBody>
          <a:bodyPr lIns="91440" rIns="91440" rtlCol="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eldia">
    <p:bg>
      <p:bgPr>
        <a:solidFill>
          <a:schemeClr val="bg1">
            <a:lumMod val="95000"/>
          </a:schemeClr>
        </a:solidFill>
        <a:effectLst/>
      </p:bgPr>
    </p:bg>
    <p:spTree>
      <p:nvGrpSpPr>
        <p:cNvPr id="1" name=""/>
        <p:cNvGrpSpPr/>
        <p:nvPr/>
      </p:nvGrpSpPr>
      <p:grpSpPr>
        <a:xfrm>
          <a:off x="0" y="0"/>
          <a:ext cx="0" cy="0"/>
          <a:chOff x="0" y="0"/>
          <a:chExt cx="0" cy="0"/>
        </a:xfrm>
      </p:grpSpPr>
      <p:sp>
        <p:nvSpPr>
          <p:cNvPr id="22" name="Tijdelijke aanduiding voor tekst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rtlCol="0">
            <a:noAutofit/>
          </a:bodyPr>
          <a:lstStyle>
            <a:lvl1pPr marL="0" indent="0">
              <a:buNone/>
              <a:defRPr>
                <a:solidFill>
                  <a:schemeClr val="tx1">
                    <a:alpha val="0"/>
                  </a:schemeClr>
                </a:solidFill>
              </a:defRPr>
            </a:lvl1pPr>
          </a:lstStyle>
          <a:p>
            <a:pPr lvl="0" rtl="0"/>
            <a:r>
              <a:rPr lang="nl-NL" noProof="0"/>
              <a:t>A</a:t>
            </a:r>
          </a:p>
        </p:txBody>
      </p:sp>
      <p:sp>
        <p:nvSpPr>
          <p:cNvPr id="15" name="Tijdelijke aanduiding voor afbeelding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rtlCol="0" anchor="ctr">
            <a:noAutofit/>
          </a:bodyPr>
          <a:lstStyle>
            <a:lvl1pPr marL="0" indent="0" algn="ctr">
              <a:buNone/>
              <a:defRPr/>
            </a:lvl1pPr>
          </a:lstStyle>
          <a:p>
            <a:pPr rtl="0"/>
            <a:r>
              <a:rPr lang="nl-NL" noProof="0"/>
              <a:t>Afbeelding invoegen</a:t>
            </a:r>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933450" y="762000"/>
            <a:ext cx="4381500" cy="3429000"/>
          </a:xfrm>
        </p:spPr>
        <p:txBody>
          <a:bodyPr rtlCol="0" anchor="ctr">
            <a:normAutofit/>
          </a:bodyPr>
          <a:lstStyle>
            <a:lvl1pPr algn="ctr">
              <a:defRPr sz="5000" spc="200" baseline="0"/>
            </a:lvl1pPr>
          </a:lstStyle>
          <a:p>
            <a:pPr rtl="0"/>
            <a:r>
              <a:rPr lang="nl-NL" noProof="0"/>
              <a:t>Klik om de titelstijl van het model te bewerken</a:t>
            </a:r>
          </a:p>
        </p:txBody>
      </p:sp>
      <p:sp>
        <p:nvSpPr>
          <p:cNvPr id="3" name="Subtitel 2"/>
          <p:cNvSpPr>
            <a:spLocks noGrp="1"/>
          </p:cNvSpPr>
          <p:nvPr>
            <p:ph type="subTitle" idx="1" hasCustomPrompt="1"/>
          </p:nvPr>
        </p:nvSpPr>
        <p:spPr>
          <a:xfrm>
            <a:off x="933450" y="4343400"/>
            <a:ext cx="4381500" cy="1355732"/>
          </a:xfrm>
        </p:spPr>
        <p:txBody>
          <a:bodyPr lIns="91440" rIns="91440" rtlCol="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
        <p:nvSpPr>
          <p:cNvPr id="7" name="Tijdelijke aanduiding voor tekst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eldia">
    <p:spTree>
      <p:nvGrpSpPr>
        <p:cNvPr id="1" name=""/>
        <p:cNvGrpSpPr/>
        <p:nvPr/>
      </p:nvGrpSpPr>
      <p:grpSpPr>
        <a:xfrm>
          <a:off x="0" y="0"/>
          <a:ext cx="0" cy="0"/>
          <a:chOff x="0" y="0"/>
          <a:chExt cx="0" cy="0"/>
        </a:xfrm>
      </p:grpSpPr>
      <p:sp>
        <p:nvSpPr>
          <p:cNvPr id="11" name="Tijdelijke aanduiding voor afbeelding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rtlCol="0" anchor="ctr">
            <a:noAutofit/>
          </a:bodyPr>
          <a:lstStyle>
            <a:lvl1pPr marL="0" indent="0" algn="ctr">
              <a:buNone/>
              <a:defRPr/>
            </a:lvl1pPr>
          </a:lstStyle>
          <a:p>
            <a:pPr rtl="0"/>
            <a:r>
              <a:rPr lang="nl-NL" noProof="0"/>
              <a:t>Afbeelding invoegen</a:t>
            </a:r>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1257300" y="1447800"/>
            <a:ext cx="4114800" cy="3962400"/>
          </a:xfrm>
        </p:spPr>
        <p:txBody>
          <a:bodyPr rtlCol="0" anchor="ctr">
            <a:normAutofit/>
          </a:bodyPr>
          <a:lstStyle>
            <a:lvl1pPr algn="ctr">
              <a:defRPr sz="5000" spc="200" baseline="0"/>
            </a:lvl1pPr>
          </a:lstStyle>
          <a:p>
            <a:pPr rtl="0"/>
            <a:r>
              <a:rPr lang="nl-NL" noProof="0"/>
              <a:t>Klik om de titelstijl van het model te bewerken</a:t>
            </a:r>
          </a:p>
        </p:txBody>
      </p:sp>
      <p:sp>
        <p:nvSpPr>
          <p:cNvPr id="3" name="Subtitel 2"/>
          <p:cNvSpPr>
            <a:spLocks noGrp="1"/>
          </p:cNvSpPr>
          <p:nvPr>
            <p:ph type="subTitle" idx="1" hasCustomPrompt="1"/>
          </p:nvPr>
        </p:nvSpPr>
        <p:spPr>
          <a:xfrm>
            <a:off x="6057900" y="4495801"/>
            <a:ext cx="4876800" cy="609600"/>
          </a:xfrm>
        </p:spPr>
        <p:txBody>
          <a:bodyPr lIns="91440" rIns="91440" rtlCol="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
        <p:nvSpPr>
          <p:cNvPr id="7" name="Tijdelijke aanduiding voor tekst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8" name="Tijdelijke aanduiding voor tekst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 en inhoud">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1447800"/>
          </a:xfrm>
        </p:spPr>
        <p:txBody>
          <a:bodyPr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2667000"/>
            <a:ext cx="10288693" cy="3660648"/>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0" name="Tijdelijke aanduiding voor afbeelding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rtlCol="0" anchor="ctr">
            <a:noAutofit/>
          </a:bodyPr>
          <a:lstStyle>
            <a:lvl1pPr marL="0" indent="0" algn="ctr">
              <a:buNone/>
              <a:defRPr sz="1600">
                <a:solidFill>
                  <a:schemeClr val="bg1">
                    <a:lumMod val="75000"/>
                  </a:schemeClr>
                </a:solidFill>
              </a:defRPr>
            </a:lvl1pPr>
          </a:lstStyle>
          <a:p>
            <a:pPr rtl="0"/>
            <a:r>
              <a:rPr lang="nl-NL" noProof="0"/>
              <a:t>Afbeelding invoegen</a:t>
            </a:r>
          </a:p>
        </p:txBody>
      </p:sp>
      <p:sp>
        <p:nvSpPr>
          <p:cNvPr id="14" name="Tijdelijke aanduiding voor dianumm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Nadruk-Subtitel en Inhoud">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2667000"/>
            <a:ext cx="10288693" cy="3660648"/>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0" name="Tijdelijke aanduiding voor afbeelding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rtlCol="0" anchor="ctr">
            <a:noAutofit/>
          </a:bodyPr>
          <a:lstStyle>
            <a:lvl1pPr marL="0" indent="0" algn="ctr">
              <a:buNone/>
              <a:defRPr sz="1600">
                <a:solidFill>
                  <a:schemeClr val="bg1">
                    <a:lumMod val="75000"/>
                  </a:schemeClr>
                </a:solidFill>
              </a:defRPr>
            </a:lvl1pPr>
          </a:lstStyle>
          <a:p>
            <a:pPr rtl="0"/>
            <a:r>
              <a:rPr lang="nl-NL" noProof="0"/>
              <a:t>Afbeelding invoegen</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rtlCol="0">
            <a:spAutoFit/>
          </a:bodyPr>
          <a:lstStyle>
            <a:lvl1pPr marL="0" indent="0">
              <a:buNone/>
              <a:defRPr sz="2400" b="0">
                <a:solidFill>
                  <a:schemeClr val="bg1"/>
                </a:solidFill>
              </a:defRPr>
            </a:lvl1pPr>
          </a:lstStyle>
          <a:p>
            <a:pPr lvl="0" rtl="0"/>
            <a:r>
              <a:rPr lang="nl-NL" noProof="0"/>
              <a:t>Aanvullende tekst toevoegen </a:t>
            </a:r>
          </a:p>
        </p:txBody>
      </p:sp>
      <p:sp>
        <p:nvSpPr>
          <p:cNvPr id="13" name="Tijdelijke aanduiding voor dianumm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Subtitel en Inhoud">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2667000"/>
            <a:ext cx="10288693" cy="3660648"/>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0" name="Tijdelijke aanduiding voor afbeelding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rtlCol="0" anchor="ctr">
            <a:noAutofit/>
          </a:bodyPr>
          <a:lstStyle>
            <a:lvl1pPr marL="0" indent="0" algn="ctr">
              <a:buNone/>
              <a:defRPr sz="1600">
                <a:solidFill>
                  <a:schemeClr val="bg1">
                    <a:lumMod val="75000"/>
                  </a:schemeClr>
                </a:solidFill>
              </a:defRPr>
            </a:lvl1pPr>
          </a:lstStyle>
          <a:p>
            <a:pPr rtl="0"/>
            <a:r>
              <a:rPr lang="nl-NL" noProof="0"/>
              <a:t>Afbeelding invoegen</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nl-NL" noProof="0"/>
              <a:t>Aanvullende tekst toevoegen </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LEEN TITEL_Blauw">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LLEEN TITEL_zeegro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TITEL_Oranje">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LLEEN TITEL_Roze">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LLEEN TITEL_Lichtblauw">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LLEEN TITEL_Grijs">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LLEEN TITEL_Blauw_Driehoekige patch BG">
    <p:spTree>
      <p:nvGrpSpPr>
        <p:cNvPr id="1" name=""/>
        <p:cNvGrpSpPr/>
        <p:nvPr/>
      </p:nvGrpSpPr>
      <p:grpSpPr>
        <a:xfrm>
          <a:off x="0" y="0"/>
          <a:ext cx="0" cy="0"/>
          <a:chOff x="0" y="0"/>
          <a:chExt cx="0" cy="0"/>
        </a:xfrm>
      </p:grpSpPr>
      <p:sp>
        <p:nvSpPr>
          <p:cNvPr id="8" name="Vrije vorm: Vorm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nl-NL" noProof="0"/>
          </a:p>
        </p:txBody>
      </p:sp>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Ondertitel Inhoud en Afbeelding">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1" y="2667000"/>
            <a:ext cx="5775960" cy="3660648"/>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0" name="Tijdelijke aanduiding voor afbeelding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rtlCol="0" anchor="ctr">
            <a:noAutofit/>
          </a:bodyPr>
          <a:lstStyle>
            <a:lvl1pPr marL="0" indent="0" algn="ctr">
              <a:buNone/>
              <a:defRPr sz="1600">
                <a:solidFill>
                  <a:schemeClr val="bg1">
                    <a:lumMod val="75000"/>
                  </a:schemeClr>
                </a:solidFill>
              </a:defRPr>
            </a:lvl1pPr>
          </a:lstStyle>
          <a:p>
            <a:pPr rtl="0"/>
            <a:r>
              <a:rPr lang="nl-NL" noProof="0"/>
              <a:t>Afbeelding invoegen</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nl-NL" noProof="0"/>
              <a:t>Aanvullende tekst toevoegen </a:t>
            </a:r>
          </a:p>
        </p:txBody>
      </p:sp>
      <p:sp>
        <p:nvSpPr>
          <p:cNvPr id="9" name="Tijdelijke aanduiding voor afbeelding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3" name="Tijdelijke aanduiding voor dianumm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 Subtitel Inhoud en Afbeelding_Bovenste balk met vorm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1" y="2667000"/>
            <a:ext cx="5775960" cy="3660648"/>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nl-NL" noProof="0"/>
              <a:t>Aanvullende tekst toevoegen </a:t>
            </a:r>
          </a:p>
        </p:txBody>
      </p:sp>
      <p:sp>
        <p:nvSpPr>
          <p:cNvPr id="9" name="Tijdelijke aanduiding voor afbeelding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3" name="Tijdelijke aanduiding voor dianumm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el Subtitel Inhoud en Afbeelding_Bovenste witte balk met vormen">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2" name="Tijdelijke aanduiding voor tekst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rtlCol="0"/>
          <a:lstStyle>
            <a:lvl1pPr marL="0" indent="0">
              <a:buNone/>
              <a:defRPr>
                <a:solidFill>
                  <a:schemeClr val="tx1">
                    <a:alpha val="0"/>
                  </a:schemeClr>
                </a:solidFill>
              </a:defRPr>
            </a:lvl1pPr>
          </a:lstStyle>
          <a:p>
            <a:pPr lvl="0" rtl="0"/>
            <a:r>
              <a:rPr lang="nl-NL" noProof="0"/>
              <a:t>A</a:t>
            </a:r>
          </a:p>
        </p:txBody>
      </p:sp>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1" y="2667000"/>
            <a:ext cx="5775960" cy="3660648"/>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nl-NL" noProof="0"/>
              <a:t>Aanvullende tekst toevoegen </a:t>
            </a:r>
          </a:p>
        </p:txBody>
      </p:sp>
      <p:sp>
        <p:nvSpPr>
          <p:cNvPr id="16" name="Tijdelijke aanduiding voor dianumm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Subtitel Inhoud en Halve horizontale afbeelding_Bovenste balk met vormen">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4709677"/>
            <a:ext cx="11094717" cy="1500876"/>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nl-NL" noProof="0"/>
              <a:t>Aanvullende tekst toevoegen </a:t>
            </a:r>
          </a:p>
        </p:txBody>
      </p:sp>
      <p:sp>
        <p:nvSpPr>
          <p:cNvPr id="13" name="Tijdelijke aanduiding voor dianumm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Subtitel Inhoud en Halve afbeelding_Bovenste balk met vormen">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6553200" y="2667001"/>
            <a:ext cx="5090157" cy="3543552"/>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nl-NL" noProof="0"/>
              <a:t>Aanvullende tekst toevoegen </a:t>
            </a:r>
          </a:p>
        </p:txBody>
      </p:sp>
      <p:sp>
        <p:nvSpPr>
          <p:cNvPr id="13" name="Tijdelijke aanduiding voor dianumm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ve afbeelding Titel Inhoud en Bovenste balk met vorm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3735623"/>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4617492"/>
            <a:ext cx="9890759" cy="1527048"/>
          </a:xfrm>
        </p:spPr>
        <p:txBody>
          <a:bodyPr lIns="91440" rIns="91440" rtlCol="0">
            <a:normAutofit/>
          </a:bodyPr>
          <a:lstStyle>
            <a:lvl1pPr>
              <a:defRPr sz="1800"/>
            </a:lvl1pPr>
            <a:lvl2pPr>
              <a:defRPr sz="1600"/>
            </a:lvl2pPr>
            <a:lvl3pPr>
              <a:defRPr sz="1400"/>
            </a:lvl3pPr>
            <a:lvl4pPr>
              <a:defRPr sz="1200"/>
            </a:lvl4pPr>
            <a:lvl5pPr>
              <a:defRPr sz="1200"/>
            </a:lvl5pPr>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2" name="Tijdelijke aanduiding voor dianumm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ve afbeelding Titel Twee kolommen Inhoud en Bovenste balk met vorm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3735623"/>
            <a:ext cx="111099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1" y="4617492"/>
            <a:ext cx="5212080" cy="1527048"/>
          </a:xfrm>
        </p:spPr>
        <p:txBody>
          <a:bodyPr lIns="91440" rIns="91440" rtlCol="0">
            <a:normAutofit/>
          </a:bodyPr>
          <a:lstStyle>
            <a:lvl1pPr>
              <a:defRPr sz="1800"/>
            </a:lvl1pPr>
            <a:lvl2pPr>
              <a:defRPr sz="1600"/>
            </a:lvl2pPr>
            <a:lvl3pPr>
              <a:defRPr sz="1400"/>
            </a:lvl3pPr>
            <a:lvl4pPr>
              <a:defRPr sz="1200"/>
            </a:lvl4pPr>
            <a:lvl5pPr>
              <a:defRPr sz="1200"/>
            </a:lvl5pPr>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2" name="Tijdelijke aanduiding voor inhoud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6446520" y="4617492"/>
            <a:ext cx="5212080" cy="1527048"/>
          </a:xfrm>
        </p:spPr>
        <p:txBody>
          <a:bodyPr lIns="91440" rIns="91440" rtlCol="0">
            <a:normAutofit/>
          </a:bodyPr>
          <a:lstStyle>
            <a:lvl1pPr>
              <a:defRPr sz="1800"/>
            </a:lvl1pPr>
            <a:lvl2pPr>
              <a:defRPr sz="1600"/>
            </a:lvl2pPr>
            <a:lvl3pPr>
              <a:defRPr sz="1400"/>
            </a:lvl3pPr>
            <a:lvl4pPr>
              <a:defRPr sz="1200"/>
            </a:lvl4pPr>
            <a:lvl5pPr>
              <a:defRPr sz="1200"/>
            </a:lvl5pPr>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4" name="Tijdelijke aanduiding voor dianumm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ve afbeelding Titel Twee kolommen Inhoud en Bovenste balk met vorm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1721698" y="3735622"/>
            <a:ext cx="5013960" cy="2408917"/>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3" name="Tijdelijke aanduiding voor tekst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rtlCol="0"/>
          <a:lstStyle>
            <a:lvl1pPr marL="0" indent="0">
              <a:buNone/>
              <a:defRPr>
                <a:solidFill>
                  <a:schemeClr val="tx1">
                    <a:alpha val="0"/>
                  </a:schemeClr>
                </a:solidFill>
              </a:defRPr>
            </a:lvl1pPr>
          </a:lstStyle>
          <a:p>
            <a:pPr lvl="0" rtl="0"/>
            <a:r>
              <a:rPr lang="nl-NL" noProof="0"/>
              <a:t>A</a:t>
            </a:r>
          </a:p>
        </p:txBody>
      </p:sp>
      <p:sp>
        <p:nvSpPr>
          <p:cNvPr id="12" name="Tijdelijke aanduiding voor inhoud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rtlCol="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rtl="0"/>
            <a:r>
              <a:rPr lang="nl-NL" noProof="0"/>
              <a:t>Belangrijke inhoud</a:t>
            </a:r>
          </a:p>
        </p:txBody>
      </p:sp>
      <p:sp>
        <p:nvSpPr>
          <p:cNvPr id="8" name="Tijdelijke aanduiding voor afbeelding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rtlCol="0" anchor="ctr"/>
          <a:lstStyle>
            <a:lvl1pPr marL="0" indent="0" algn="ctr">
              <a:buNone/>
              <a:defRPr/>
            </a:lvl1pPr>
          </a:lstStyle>
          <a:p>
            <a:pPr rtl="0"/>
            <a:r>
              <a:rPr lang="nl-NL" noProof="0"/>
              <a:t>Pictogram</a:t>
            </a:r>
          </a:p>
        </p:txBody>
      </p:sp>
      <p:sp>
        <p:nvSpPr>
          <p:cNvPr id="15" name="Tijdelijke aanduiding voor dianumm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ve afbeelding Meerdere afbeeldingen Titel Twee kolommen Inhoud en Bovenste balk met vorm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7315200" y="4176259"/>
            <a:ext cx="4343400" cy="1968280"/>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4" name="Tijdelijke aanduiding voor afbeelding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5" name="Tijdelijke aanduiding voor afbeelding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6" name="Tijdelijke aanduiding voor afbeelding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3" name="Tijdelijke aanduiding voor dianumm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Volledige afbeelding met Bovenste balk">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0" name="Tijdelijke aanduiding voor dianumm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2" name="Titel 1">
            <a:extLst>
              <a:ext uri="{FF2B5EF4-FFF2-40B4-BE49-F238E27FC236}">
                <a16:creationId xmlns:a16="http://schemas.microsoft.com/office/drawing/2014/main" id="{A82AF7E6-6C19-4A41-BFA5-44C4F2A371E9}"/>
              </a:ext>
            </a:extLst>
          </p:cNvPr>
          <p:cNvSpPr>
            <a:spLocks noGrp="1"/>
          </p:cNvSpPr>
          <p:nvPr>
            <p:ph type="title" hasCustomPrompt="1"/>
          </p:nvPr>
        </p:nvSpPr>
        <p:spPr>
          <a:xfrm>
            <a:off x="548640" y="548640"/>
            <a:ext cx="11106150" cy="518160"/>
          </a:xfrm>
        </p:spPr>
        <p:txBody>
          <a:bodyPr rtlCol="0"/>
          <a:lstStyle/>
          <a:p>
            <a:pPr rtl="0"/>
            <a:r>
              <a:rPr lang="nl-NL" noProof="0"/>
              <a:t>Klik om de titelstijl van het model te bewerken</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olledige afbeeldin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7" name="Tijdelijke aanduiding voor dianumm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2" name="Titel 1">
            <a:extLst>
              <a:ext uri="{FF2B5EF4-FFF2-40B4-BE49-F238E27FC236}">
                <a16:creationId xmlns:a16="http://schemas.microsoft.com/office/drawing/2014/main" id="{78857779-E765-4EC2-825C-B8E41285A0C7}"/>
              </a:ext>
            </a:extLst>
          </p:cNvPr>
          <p:cNvSpPr>
            <a:spLocks noGrp="1"/>
          </p:cNvSpPr>
          <p:nvPr>
            <p:ph type="title" hasCustomPrompt="1"/>
          </p:nvPr>
        </p:nvSpPr>
        <p:spPr>
          <a:xfrm>
            <a:off x="548640" y="548640"/>
            <a:ext cx="11106150" cy="518160"/>
          </a:xfrm>
        </p:spPr>
        <p:txBody>
          <a:bodyPr rtlCol="0"/>
          <a:lstStyle/>
          <a:p>
            <a:pPr rtl="0"/>
            <a:r>
              <a:rPr lang="nl-NL" noProof="0"/>
              <a:t>Klik om de titelstijl van het model te bewerken</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Volledige afbeeldin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6" name="Tijdelijke aanduiding voor tekst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inhoud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rtlCol="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rtl="0"/>
            <a:r>
              <a:rPr lang="nl-NL" noProof="0"/>
              <a:t>Belangrijke inhoud</a:t>
            </a:r>
          </a:p>
        </p:txBody>
      </p:sp>
      <p:sp>
        <p:nvSpPr>
          <p:cNvPr id="10" name="Tijdelijke aanduiding voor dianumm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2" name="Titel 1">
            <a:extLst>
              <a:ext uri="{FF2B5EF4-FFF2-40B4-BE49-F238E27FC236}">
                <a16:creationId xmlns:a16="http://schemas.microsoft.com/office/drawing/2014/main" id="{5E2D4840-4EB5-4438-9A16-D0006A68A19E}"/>
              </a:ext>
            </a:extLst>
          </p:cNvPr>
          <p:cNvSpPr>
            <a:spLocks noGrp="1"/>
          </p:cNvSpPr>
          <p:nvPr>
            <p:ph type="title" hasCustomPrompt="1"/>
          </p:nvPr>
        </p:nvSpPr>
        <p:spPr>
          <a:xfrm>
            <a:off x="548640" y="548640"/>
            <a:ext cx="11106150" cy="641329"/>
          </a:xfrm>
        </p:spPr>
        <p:txBody>
          <a:bodyPr rtlCol="0"/>
          <a:lstStyle/>
          <a:p>
            <a:pPr rtl="0"/>
            <a:r>
              <a:rPr lang="nl-NL" noProof="0"/>
              <a:t>Klik om de titelstijl van het model te bewerken</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Volledige afbeelding">
    <p:spTree>
      <p:nvGrpSpPr>
        <p:cNvPr id="1" name=""/>
        <p:cNvGrpSpPr/>
        <p:nvPr/>
      </p:nvGrpSpPr>
      <p:grpSpPr>
        <a:xfrm>
          <a:off x="0" y="0"/>
          <a:ext cx="0" cy="0"/>
          <a:chOff x="0" y="0"/>
          <a:chExt cx="0" cy="0"/>
        </a:xfrm>
      </p:grpSpPr>
      <p:sp>
        <p:nvSpPr>
          <p:cNvPr id="9" name="Tijdelijke aanduiding voor afbeelding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6" name="Tijdelijke aanduiding voor tekst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inhoud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rtlCol="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rtl="0"/>
            <a:r>
              <a:rPr lang="nl-NL" noProof="0"/>
              <a:t>Belangrijke inhoud</a:t>
            </a:r>
          </a:p>
        </p:txBody>
      </p:sp>
      <p:sp>
        <p:nvSpPr>
          <p:cNvPr id="10" name="Tijdelijke aanduiding voor dianumm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2" name="Titel 1">
            <a:extLst>
              <a:ext uri="{FF2B5EF4-FFF2-40B4-BE49-F238E27FC236}">
                <a16:creationId xmlns:a16="http://schemas.microsoft.com/office/drawing/2014/main" id="{75614DBA-0879-4C83-B4B4-EECB085A204E}"/>
              </a:ext>
            </a:extLst>
          </p:cNvPr>
          <p:cNvSpPr>
            <a:spLocks noGrp="1"/>
          </p:cNvSpPr>
          <p:nvPr>
            <p:ph type="title" hasCustomPrompt="1"/>
          </p:nvPr>
        </p:nvSpPr>
        <p:spPr>
          <a:xfrm>
            <a:off x="548640" y="548640"/>
            <a:ext cx="11106150" cy="441960"/>
          </a:xfrm>
        </p:spPr>
        <p:txBody>
          <a:bodyPr rtlCol="0"/>
          <a:lstStyle/>
          <a:p>
            <a:pPr rtl="0"/>
            <a:r>
              <a:rPr lang="nl-NL" noProof="0"/>
              <a:t>Klik om de titelstijl van het model te bewerken</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el Subtitel Inhoud en Halve afbeelding_Bovenste balk met vorm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4021648"/>
            <a:ext cx="5090157" cy="1884265"/>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rtlCol="0">
            <a:spAutoFit/>
          </a:bodyPr>
          <a:lstStyle>
            <a:lvl1pPr marL="0" indent="0">
              <a:buNone/>
              <a:defRPr sz="2400" b="1">
                <a:solidFill>
                  <a:schemeClr val="tx2"/>
                </a:solidFill>
              </a:defRPr>
            </a:lvl1pPr>
          </a:lstStyle>
          <a:p>
            <a:pPr lvl="0" rtl="0"/>
            <a:r>
              <a:rPr lang="nl-NL" noProof="0"/>
              <a:t>AANVULLENDE TEKST TOEVOEGEN </a:t>
            </a:r>
          </a:p>
        </p:txBody>
      </p:sp>
      <p:sp>
        <p:nvSpPr>
          <p:cNvPr id="12" name="Tijdelijke aanduiding voor inhoud 6">
            <a:extLst>
              <a:ext uri="{FF2B5EF4-FFF2-40B4-BE49-F238E27FC236}">
                <a16:creationId xmlns:a16="http://schemas.microsoft.com/office/drawing/2014/main" id="{2E79C3B8-3CB6-4D76-8182-4489C35C869A}"/>
              </a:ext>
            </a:extLst>
          </p:cNvPr>
          <p:cNvSpPr>
            <a:spLocks noGrp="1"/>
          </p:cNvSpPr>
          <p:nvPr>
            <p:ph sz="quarter" idx="19" hasCustomPrompt="1"/>
          </p:nvPr>
        </p:nvSpPr>
        <p:spPr>
          <a:xfrm>
            <a:off x="6527803" y="4021648"/>
            <a:ext cx="5090157" cy="1884265"/>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3" name="Tijdelijke aanduiding voor tekst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rtlCol="0">
            <a:spAutoFit/>
          </a:bodyPr>
          <a:lstStyle>
            <a:lvl1pPr marL="0" indent="0">
              <a:buNone/>
              <a:defRPr sz="2400" b="1">
                <a:solidFill>
                  <a:schemeClr val="accent2"/>
                </a:solidFill>
              </a:defRPr>
            </a:lvl1pPr>
          </a:lstStyle>
          <a:p>
            <a:pPr lvl="0" rtl="0"/>
            <a:r>
              <a:rPr lang="nl-NL" noProof="0"/>
              <a:t>AANVULLENDE TEKST TOEVOEGEN </a:t>
            </a:r>
          </a:p>
        </p:txBody>
      </p:sp>
      <p:sp>
        <p:nvSpPr>
          <p:cNvPr id="14" name="Tijdelijke aanduiding voor afbeelding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rtlCol="0" anchor="ctr"/>
          <a:lstStyle>
            <a:lvl1pPr marL="0" indent="0" algn="ctr">
              <a:buNone/>
              <a:defRPr/>
            </a:lvl1pPr>
          </a:lstStyle>
          <a:p>
            <a:pPr rtl="0"/>
            <a:r>
              <a:rPr lang="nl-NL" noProof="0"/>
              <a:t>Pictogram</a:t>
            </a:r>
          </a:p>
        </p:txBody>
      </p:sp>
      <p:sp>
        <p:nvSpPr>
          <p:cNvPr id="15" name="Tijdelijke aanduiding voor afbeelding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rtlCol="0" anchor="ctr"/>
          <a:lstStyle>
            <a:lvl1pPr marL="0" indent="0" algn="ctr">
              <a:buNone/>
              <a:defRPr/>
            </a:lvl1pPr>
          </a:lstStyle>
          <a:p>
            <a:pPr rtl="0"/>
            <a:r>
              <a:rPr lang="nl-NL" noProof="0"/>
              <a:t>Pictogram</a:t>
            </a:r>
          </a:p>
        </p:txBody>
      </p:sp>
      <p:sp>
        <p:nvSpPr>
          <p:cNvPr id="17" name="Tijdelijke aanduiding voor dianumm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el Subtitel Inhoud en Halve afbeelding_Bovenste balk met vorm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4021648"/>
            <a:ext cx="3474720" cy="1884265"/>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rtlCol="0">
            <a:noAutofit/>
          </a:bodyPr>
          <a:lstStyle>
            <a:lvl1pPr marL="0" indent="0">
              <a:buNone/>
              <a:defRPr sz="2400" b="1">
                <a:solidFill>
                  <a:schemeClr val="tx2"/>
                </a:solidFill>
              </a:defRPr>
            </a:lvl1pPr>
          </a:lstStyle>
          <a:p>
            <a:pPr lvl="0" rtl="0"/>
            <a:r>
              <a:rPr lang="nl-NL" noProof="0"/>
              <a:t>AANVULLENDE TEKST TOEVOEGEN </a:t>
            </a:r>
          </a:p>
        </p:txBody>
      </p:sp>
      <p:sp>
        <p:nvSpPr>
          <p:cNvPr id="12" name="Tijdelijke aanduiding voor inhoud 6">
            <a:extLst>
              <a:ext uri="{FF2B5EF4-FFF2-40B4-BE49-F238E27FC236}">
                <a16:creationId xmlns:a16="http://schemas.microsoft.com/office/drawing/2014/main" id="{2E79C3B8-3CB6-4D76-8182-4489C35C869A}"/>
              </a:ext>
            </a:extLst>
          </p:cNvPr>
          <p:cNvSpPr>
            <a:spLocks noGrp="1"/>
          </p:cNvSpPr>
          <p:nvPr>
            <p:ph sz="quarter" idx="19" hasCustomPrompt="1"/>
          </p:nvPr>
        </p:nvSpPr>
        <p:spPr>
          <a:xfrm>
            <a:off x="4358640" y="4021648"/>
            <a:ext cx="3474720" cy="1884265"/>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3" name="Tijdelijke aanduiding voor tekst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rtlCol="0">
            <a:noAutofit/>
          </a:bodyPr>
          <a:lstStyle>
            <a:lvl1pPr marL="0" indent="0">
              <a:buNone/>
              <a:defRPr sz="2400" b="1">
                <a:solidFill>
                  <a:schemeClr val="accent5"/>
                </a:solidFill>
              </a:defRPr>
            </a:lvl1pPr>
          </a:lstStyle>
          <a:p>
            <a:pPr lvl="0" rtl="0"/>
            <a:r>
              <a:rPr lang="nl-NL" noProof="0"/>
              <a:t>AANVULLENDE TEKST TOEVOEGEN </a:t>
            </a:r>
          </a:p>
        </p:txBody>
      </p:sp>
      <p:sp>
        <p:nvSpPr>
          <p:cNvPr id="14" name="Tijdelijke aanduiding voor afbeelding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rtlCol="0" anchor="ctr"/>
          <a:lstStyle>
            <a:lvl1pPr marL="0" indent="0" algn="ctr">
              <a:buNone/>
              <a:defRPr/>
            </a:lvl1pPr>
          </a:lstStyle>
          <a:p>
            <a:pPr rtl="0"/>
            <a:r>
              <a:rPr lang="nl-NL" noProof="0"/>
              <a:t>Pictogram</a:t>
            </a:r>
          </a:p>
        </p:txBody>
      </p:sp>
      <p:sp>
        <p:nvSpPr>
          <p:cNvPr id="15" name="Tijdelijke aanduiding voor afbeelding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rtlCol="0" anchor="ctr"/>
          <a:lstStyle>
            <a:lvl1pPr marL="0" indent="0" algn="ctr">
              <a:buNone/>
              <a:defRPr/>
            </a:lvl1pPr>
          </a:lstStyle>
          <a:p>
            <a:pPr rtl="0"/>
            <a:r>
              <a:rPr lang="nl-NL" noProof="0"/>
              <a:t>Pictogram</a:t>
            </a:r>
          </a:p>
        </p:txBody>
      </p:sp>
      <p:sp>
        <p:nvSpPr>
          <p:cNvPr id="16" name="Tijdelijke aanduiding voor inhoud 6">
            <a:extLst>
              <a:ext uri="{FF2B5EF4-FFF2-40B4-BE49-F238E27FC236}">
                <a16:creationId xmlns:a16="http://schemas.microsoft.com/office/drawing/2014/main" id="{F4C1E55C-86D8-4053-9865-59D5B4F8A350}"/>
              </a:ext>
            </a:extLst>
          </p:cNvPr>
          <p:cNvSpPr>
            <a:spLocks noGrp="1"/>
          </p:cNvSpPr>
          <p:nvPr>
            <p:ph sz="quarter" idx="23" hasCustomPrompt="1"/>
          </p:nvPr>
        </p:nvSpPr>
        <p:spPr>
          <a:xfrm>
            <a:off x="8168640" y="4021648"/>
            <a:ext cx="3474720" cy="1884265"/>
          </a:xfrm>
        </p:spPr>
        <p:txBody>
          <a:bodyPr lIns="91440" rIns="9144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7" name="Tijdelijke aanduiding voor tekst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rtlCol="0">
            <a:noAutofit/>
          </a:bodyPr>
          <a:lstStyle>
            <a:lvl1pPr marL="0" indent="0">
              <a:buNone/>
              <a:defRPr sz="2400" b="1">
                <a:solidFill>
                  <a:schemeClr val="accent2"/>
                </a:solidFill>
              </a:defRPr>
            </a:lvl1pPr>
          </a:lstStyle>
          <a:p>
            <a:pPr lvl="0" rtl="0"/>
            <a:r>
              <a:rPr lang="nl-NL" noProof="0"/>
              <a:t>AANVULLENDE TEKST TOEVOEGEN </a:t>
            </a:r>
          </a:p>
        </p:txBody>
      </p:sp>
      <p:sp>
        <p:nvSpPr>
          <p:cNvPr id="19" name="Tijdelijke aanduiding voor afbeelding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rtlCol="0" anchor="ctr"/>
          <a:lstStyle>
            <a:lvl1pPr marL="0" indent="0" algn="ctr">
              <a:buNone/>
              <a:defRPr/>
            </a:lvl1pPr>
          </a:lstStyle>
          <a:p>
            <a:pPr rtl="0"/>
            <a:r>
              <a:rPr lang="nl-NL" noProof="0"/>
              <a:t>Pictogram</a:t>
            </a:r>
          </a:p>
        </p:txBody>
      </p:sp>
      <p:sp>
        <p:nvSpPr>
          <p:cNvPr id="21" name="Tijdelijke aanduiding voor dianumm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 Pictogram Inhoud 2 rij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rtlCol="0" anchor="ctr">
            <a:noAutofit/>
          </a:bodyPr>
          <a:lstStyle>
            <a:lvl1pPr>
              <a:defRPr/>
            </a:lvl1pPr>
          </a:lstStyle>
          <a:p>
            <a:pPr lvl="0" rtl="0"/>
            <a:r>
              <a:rPr lang="nl-NL" noProof="0"/>
              <a:t>Beschrijvingstekst </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rtlCol="0">
            <a:noAutofit/>
          </a:bodyPr>
          <a:lstStyle>
            <a:lvl1pPr marL="0" indent="0">
              <a:buNone/>
              <a:defRPr sz="2400" b="1">
                <a:solidFill>
                  <a:schemeClr val="tx2"/>
                </a:solidFill>
              </a:defRPr>
            </a:lvl1pPr>
          </a:lstStyle>
          <a:p>
            <a:pPr lvl="0" rtl="0"/>
            <a:r>
              <a:rPr lang="nl-NL" noProof="0"/>
              <a:t>AANVULLENDE TEKST TOEVOEGEN </a:t>
            </a:r>
          </a:p>
        </p:txBody>
      </p:sp>
      <p:sp>
        <p:nvSpPr>
          <p:cNvPr id="14" name="Tijdelijke aanduiding voor afbeelding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rtlCol="0" anchor="ctr"/>
          <a:lstStyle>
            <a:lvl1pPr marL="0" indent="0" algn="ctr">
              <a:buNone/>
              <a:defRPr/>
            </a:lvl1pPr>
          </a:lstStyle>
          <a:p>
            <a:pPr rtl="0"/>
            <a:r>
              <a:rPr lang="nl-NL" noProof="0"/>
              <a:t>Pictogram</a:t>
            </a:r>
          </a:p>
        </p:txBody>
      </p:sp>
      <p:sp>
        <p:nvSpPr>
          <p:cNvPr id="20" name="Tijdelijke aanduiding voor inhoud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rtlCol="0" anchor="ctr">
            <a:noAutofit/>
          </a:bodyPr>
          <a:lstStyle>
            <a:lvl1pPr>
              <a:defRPr/>
            </a:lvl1pPr>
          </a:lstStyle>
          <a:p>
            <a:pPr lvl="0" rtl="0"/>
            <a:r>
              <a:rPr lang="nl-NL" noProof="0"/>
              <a:t>Beschrijvingstekst </a:t>
            </a:r>
          </a:p>
        </p:txBody>
      </p:sp>
      <p:sp>
        <p:nvSpPr>
          <p:cNvPr id="21" name="Tijdelijke aanduiding voor tekst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rtlCol="0">
            <a:noAutofit/>
          </a:bodyPr>
          <a:lstStyle>
            <a:lvl1pPr marL="0" indent="0">
              <a:buNone/>
              <a:defRPr sz="2400" b="1">
                <a:solidFill>
                  <a:schemeClr val="accent5"/>
                </a:solidFill>
              </a:defRPr>
            </a:lvl1pPr>
          </a:lstStyle>
          <a:p>
            <a:pPr lvl="0" rtl="0"/>
            <a:r>
              <a:rPr lang="nl-NL" noProof="0"/>
              <a:t>AANVULLENDE TEKST TOEVOEGEN </a:t>
            </a:r>
          </a:p>
        </p:txBody>
      </p:sp>
      <p:sp>
        <p:nvSpPr>
          <p:cNvPr id="22" name="Tijdelijke aanduiding voor afbeelding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rtlCol="0" anchor="ctr"/>
          <a:lstStyle>
            <a:lvl1pPr marL="0" indent="0" algn="ctr">
              <a:buNone/>
              <a:defRPr/>
            </a:lvl1pPr>
          </a:lstStyle>
          <a:p>
            <a:pPr rtl="0"/>
            <a:r>
              <a:rPr lang="nl-NL" noProof="0"/>
              <a:t>Pictogram</a:t>
            </a:r>
          </a:p>
        </p:txBody>
      </p:sp>
      <p:sp>
        <p:nvSpPr>
          <p:cNvPr id="16" name="Tijdelijke aanduiding voor dianumm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el Pictogram Inhoud 3 rijen">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rtlCol="0"/>
          <a:lstStyle>
            <a:lvl1pPr>
              <a:defRPr/>
            </a:lvl1pPr>
          </a:lstStyle>
          <a:p>
            <a:pPr lvl="0" rtl="0"/>
            <a:r>
              <a:rPr lang="nl-NL" noProof="0"/>
              <a:t>Beschrijvingstekst </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547465"/>
            <a:ext cx="3810000" cy="757130"/>
          </a:xfrm>
          <a:noFill/>
        </p:spPr>
        <p:txBody>
          <a:bodyPr wrap="square" lIns="91440" rIns="91440" rtlCol="0" anchor="ctr">
            <a:spAutoFit/>
          </a:bodyPr>
          <a:lstStyle>
            <a:lvl1pPr marL="0" indent="0">
              <a:buNone/>
              <a:defRPr sz="2400" b="1">
                <a:solidFill>
                  <a:schemeClr val="tx2"/>
                </a:solidFill>
              </a:defRPr>
            </a:lvl1pPr>
          </a:lstStyle>
          <a:p>
            <a:pPr lvl="0" rtl="0"/>
            <a:r>
              <a:rPr lang="nl-NL" noProof="0"/>
              <a:t>AANVULLENDE TEKST TOEVOEGEN </a:t>
            </a:r>
          </a:p>
        </p:txBody>
      </p:sp>
      <p:sp>
        <p:nvSpPr>
          <p:cNvPr id="14" name="Tijdelijke aanduiding voor afbeelding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rtlCol="0" anchor="ctr"/>
          <a:lstStyle>
            <a:lvl1pPr marL="0" indent="0" algn="ctr">
              <a:buNone/>
              <a:defRPr/>
            </a:lvl1pPr>
          </a:lstStyle>
          <a:p>
            <a:pPr rtl="0"/>
            <a:r>
              <a:rPr lang="nl-NL" noProof="0"/>
              <a:t>Pictogram</a:t>
            </a:r>
          </a:p>
        </p:txBody>
      </p:sp>
      <p:sp>
        <p:nvSpPr>
          <p:cNvPr id="20" name="Tijdelijke aanduiding voor inhoud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rtlCol="0"/>
          <a:lstStyle>
            <a:lvl1pPr>
              <a:defRPr/>
            </a:lvl1pPr>
          </a:lstStyle>
          <a:p>
            <a:pPr lvl="0" rtl="0"/>
            <a:r>
              <a:rPr lang="nl-NL" noProof="0"/>
              <a:t>Beschrijvingstekst </a:t>
            </a:r>
          </a:p>
        </p:txBody>
      </p:sp>
      <p:sp>
        <p:nvSpPr>
          <p:cNvPr id="21" name="Tijdelijke aanduiding voor tekst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680800"/>
            <a:ext cx="3810000" cy="757130"/>
          </a:xfrm>
          <a:noFill/>
        </p:spPr>
        <p:txBody>
          <a:bodyPr wrap="square" lIns="91440" rIns="91440" rtlCol="0" anchor="ctr">
            <a:spAutoFit/>
          </a:bodyPr>
          <a:lstStyle>
            <a:lvl1pPr marL="0" indent="0">
              <a:buNone/>
              <a:defRPr sz="2400" b="1">
                <a:solidFill>
                  <a:schemeClr val="accent5"/>
                </a:solidFill>
              </a:defRPr>
            </a:lvl1pPr>
          </a:lstStyle>
          <a:p>
            <a:pPr lvl="0" rtl="0"/>
            <a:r>
              <a:rPr lang="nl-NL" noProof="0"/>
              <a:t>AANVULLENDE TEKST TOEVOEGEN </a:t>
            </a:r>
          </a:p>
        </p:txBody>
      </p:sp>
      <p:sp>
        <p:nvSpPr>
          <p:cNvPr id="22" name="Tijdelijke aanduiding voor afbeelding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rtlCol="0" anchor="ctr"/>
          <a:lstStyle>
            <a:lvl1pPr marL="0" indent="0" algn="ctr">
              <a:buNone/>
              <a:defRPr/>
            </a:lvl1pPr>
          </a:lstStyle>
          <a:p>
            <a:pPr rtl="0"/>
            <a:r>
              <a:rPr lang="nl-NL" noProof="0"/>
              <a:t>Pictogram</a:t>
            </a:r>
          </a:p>
        </p:txBody>
      </p:sp>
      <p:sp>
        <p:nvSpPr>
          <p:cNvPr id="16" name="Tijdelijke aanduiding voor dianumm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13" name="Tijdelijke aanduiding voor inhoud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rtlCol="0"/>
          <a:lstStyle>
            <a:lvl1pPr>
              <a:defRPr/>
            </a:lvl1pPr>
          </a:lstStyle>
          <a:p>
            <a:pPr lvl="0" rtl="0"/>
            <a:r>
              <a:rPr lang="nl-NL" noProof="0"/>
              <a:t>Beschrijvingstekst </a:t>
            </a:r>
          </a:p>
        </p:txBody>
      </p:sp>
      <p:sp>
        <p:nvSpPr>
          <p:cNvPr id="17" name="Tijdelijke aanduiding voor tekst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814136"/>
            <a:ext cx="3810000" cy="757130"/>
          </a:xfrm>
          <a:noFill/>
        </p:spPr>
        <p:txBody>
          <a:bodyPr wrap="square" lIns="91440" rIns="91440" rtlCol="0" anchor="ctr">
            <a:spAutoFit/>
          </a:bodyPr>
          <a:lstStyle>
            <a:lvl1pPr marL="0" indent="0">
              <a:buNone/>
              <a:defRPr sz="2400" b="1">
                <a:solidFill>
                  <a:schemeClr val="accent6"/>
                </a:solidFill>
              </a:defRPr>
            </a:lvl1pPr>
          </a:lstStyle>
          <a:p>
            <a:pPr lvl="0" rtl="0"/>
            <a:r>
              <a:rPr lang="nl-NL" noProof="0"/>
              <a:t>AANVULLENDE TEKST TOEVOEGEN </a:t>
            </a:r>
          </a:p>
        </p:txBody>
      </p:sp>
      <p:sp>
        <p:nvSpPr>
          <p:cNvPr id="19" name="Tijdelijke aanduiding voor afbeelding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rtlCol="0" anchor="ctr"/>
          <a:lstStyle>
            <a:lvl1pPr marL="0" indent="0" algn="ctr">
              <a:buNone/>
              <a:defRPr/>
            </a:lvl1pPr>
          </a:lstStyle>
          <a:p>
            <a:pPr rtl="0"/>
            <a:r>
              <a:rPr lang="nl-NL" noProof="0"/>
              <a:t>Pictogram</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el Zijpatch Pictogram Inhoud 3 rijen">
    <p:spTree>
      <p:nvGrpSpPr>
        <p:cNvPr id="1" name=""/>
        <p:cNvGrpSpPr/>
        <p:nvPr/>
      </p:nvGrpSpPr>
      <p:grpSpPr>
        <a:xfrm>
          <a:off x="0" y="0"/>
          <a:ext cx="0" cy="0"/>
          <a:chOff x="0" y="0"/>
          <a:chExt cx="0" cy="0"/>
        </a:xfrm>
      </p:grpSpPr>
      <p:sp>
        <p:nvSpPr>
          <p:cNvPr id="34" name="Vrije vorm: Vorm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7" name="Tijdelijke aanduiding voor inhoud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rtlCol="0" anchor="ctr">
            <a:noAutofit/>
          </a:bodyPr>
          <a:lstStyle>
            <a:lvl1pPr marL="0" indent="0">
              <a:buNone/>
              <a:defRPr sz="1400"/>
            </a:lvl1pPr>
          </a:lstStyle>
          <a:p>
            <a:pPr lvl="0" rtl="0"/>
            <a:r>
              <a:rPr lang="nl-NL" noProof="0"/>
              <a:t>Beschrijvingstekst </a:t>
            </a:r>
          </a:p>
        </p:txBody>
      </p:sp>
      <p:sp>
        <p:nvSpPr>
          <p:cNvPr id="8" name="Tijdelijke aanduiding voor tekst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rtlCol="0" anchor="ctr">
            <a:noAutofit/>
          </a:bodyPr>
          <a:lstStyle>
            <a:lvl1pPr marL="0" indent="0" algn="r">
              <a:buNone/>
              <a:defRPr sz="2000" b="1">
                <a:solidFill>
                  <a:schemeClr val="tx2"/>
                </a:solidFill>
              </a:defRPr>
            </a:lvl1pPr>
          </a:lstStyle>
          <a:p>
            <a:pPr lvl="0" rtl="0"/>
            <a:r>
              <a:rPr lang="nl-NL" noProof="0"/>
              <a:t>TEKST TOEVOEGEN </a:t>
            </a:r>
          </a:p>
        </p:txBody>
      </p:sp>
      <p:sp>
        <p:nvSpPr>
          <p:cNvPr id="14" name="Tijdelijke aanduiding voor afbeelding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lvl1pPr>
          </a:lstStyle>
          <a:p>
            <a:pPr rtl="0"/>
            <a:r>
              <a:rPr lang="nl-NL" noProof="0"/>
              <a:t>Pictogram</a:t>
            </a:r>
          </a:p>
        </p:txBody>
      </p:sp>
      <p:sp>
        <p:nvSpPr>
          <p:cNvPr id="20" name="Tijdelijke aanduiding voor inhoud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rtlCol="0" anchor="ctr">
            <a:noAutofit/>
          </a:bodyPr>
          <a:lstStyle>
            <a:lvl1pPr marL="0" indent="0">
              <a:buNone/>
              <a:defRPr sz="1400"/>
            </a:lvl1pPr>
          </a:lstStyle>
          <a:p>
            <a:pPr lvl="0" rtl="0"/>
            <a:r>
              <a:rPr lang="nl-NL" noProof="0"/>
              <a:t>Beschrijvingstekst </a:t>
            </a:r>
          </a:p>
        </p:txBody>
      </p:sp>
      <p:sp>
        <p:nvSpPr>
          <p:cNvPr id="21" name="Tijdelijke aanduiding voor tekst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rtlCol="0" anchor="ctr">
            <a:noAutofit/>
          </a:bodyPr>
          <a:lstStyle>
            <a:lvl1pPr marL="0" indent="0" algn="r">
              <a:buNone/>
              <a:defRPr sz="2000" b="1">
                <a:solidFill>
                  <a:schemeClr val="accent5"/>
                </a:solidFill>
              </a:defRPr>
            </a:lvl1pPr>
          </a:lstStyle>
          <a:p>
            <a:pPr lvl="0" rtl="0"/>
            <a:r>
              <a:rPr lang="nl-NL" noProof="0"/>
              <a:t>TEKST TOEVOEGEN </a:t>
            </a:r>
          </a:p>
        </p:txBody>
      </p:sp>
      <p:sp>
        <p:nvSpPr>
          <p:cNvPr id="22" name="Tijdelijke aanduiding voor afbeelding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lvl1pPr>
          </a:lstStyle>
          <a:p>
            <a:pPr rtl="0"/>
            <a:r>
              <a:rPr lang="nl-NL" noProof="0"/>
              <a:t>Pictogram</a:t>
            </a:r>
          </a:p>
        </p:txBody>
      </p:sp>
      <p:sp>
        <p:nvSpPr>
          <p:cNvPr id="16" name="Tijdelijke aanduiding voor dianumm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13" name="Tijdelijke aanduiding voor inhoud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rtlCol="0" anchor="ctr">
            <a:noAutofit/>
          </a:bodyPr>
          <a:lstStyle>
            <a:lvl1pPr marL="0" indent="0">
              <a:buNone/>
              <a:defRPr sz="1400"/>
            </a:lvl1pPr>
          </a:lstStyle>
          <a:p>
            <a:pPr lvl="0" rtl="0"/>
            <a:r>
              <a:rPr lang="nl-NL" noProof="0"/>
              <a:t>Beschrijvingstekst </a:t>
            </a:r>
          </a:p>
        </p:txBody>
      </p:sp>
      <p:sp>
        <p:nvSpPr>
          <p:cNvPr id="17" name="Tijdelijke aanduiding voor tekst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rtlCol="0" anchor="ctr">
            <a:noAutofit/>
          </a:bodyPr>
          <a:lstStyle>
            <a:lvl1pPr marL="0" indent="0" algn="r">
              <a:buNone/>
              <a:defRPr sz="2000" b="1">
                <a:solidFill>
                  <a:schemeClr val="accent6"/>
                </a:solidFill>
              </a:defRPr>
            </a:lvl1pPr>
          </a:lstStyle>
          <a:p>
            <a:pPr lvl="0" rtl="0"/>
            <a:r>
              <a:rPr lang="nl-NL" noProof="0"/>
              <a:t>TEKST TOEVOEGEN </a:t>
            </a:r>
          </a:p>
        </p:txBody>
      </p:sp>
      <p:sp>
        <p:nvSpPr>
          <p:cNvPr id="19" name="Tijdelijke aanduiding voor afbeelding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lvl1pPr>
          </a:lstStyle>
          <a:p>
            <a:pPr rtl="0"/>
            <a:r>
              <a:rPr lang="nl-NL" noProof="0"/>
              <a:t>Pictogram</a:t>
            </a:r>
          </a:p>
        </p:txBody>
      </p:sp>
      <p:sp>
        <p:nvSpPr>
          <p:cNvPr id="35" name="Vrije vorm: Vorm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el Zijpatch Alleen titel">
    <p:spTree>
      <p:nvGrpSpPr>
        <p:cNvPr id="1" name=""/>
        <p:cNvGrpSpPr/>
        <p:nvPr/>
      </p:nvGrpSpPr>
      <p:grpSpPr>
        <a:xfrm>
          <a:off x="0" y="0"/>
          <a:ext cx="0" cy="0"/>
          <a:chOff x="0" y="0"/>
          <a:chExt cx="0" cy="0"/>
        </a:xfrm>
      </p:grpSpPr>
      <p:sp>
        <p:nvSpPr>
          <p:cNvPr id="34" name="Vrije vorm: Vorm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6" name="Tijdelijke aanduiding voor dianumm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15" name="Vrije v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cxnSp>
        <p:nvCxnSpPr>
          <p:cNvPr id="18" name="Rechte verbindingslijn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Rechte verbindingslijn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Rechte verbindingslijn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Tijdelijke aanduiding voor afbeelding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 1</a:t>
            </a:r>
          </a:p>
        </p:txBody>
      </p:sp>
      <p:sp>
        <p:nvSpPr>
          <p:cNvPr id="30" name="Tijdelijke aanduiding voor afbeelding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 2</a:t>
            </a:r>
          </a:p>
        </p:txBody>
      </p:sp>
      <p:sp>
        <p:nvSpPr>
          <p:cNvPr id="31" name="Tijdelijke aanduiding voor afbeelding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 3</a:t>
            </a:r>
          </a:p>
        </p:txBody>
      </p:sp>
      <p:sp>
        <p:nvSpPr>
          <p:cNvPr id="32" name="Tijdelijke aanduiding voor tekst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rtlCol="0" anchor="t">
            <a:noAutofit/>
          </a:bodyPr>
          <a:lstStyle>
            <a:lvl1pPr marL="0" indent="0" algn="ctr">
              <a:spcBef>
                <a:spcPts val="0"/>
              </a:spcBef>
              <a:spcAft>
                <a:spcPts val="0"/>
              </a:spcAft>
              <a:buNone/>
              <a:defRPr sz="2000" b="1">
                <a:solidFill>
                  <a:schemeClr val="tx2"/>
                </a:solidFill>
              </a:defRPr>
            </a:lvl1pPr>
          </a:lstStyle>
          <a:p>
            <a:pPr lvl="0" rtl="0"/>
            <a:r>
              <a:rPr lang="nl-NL" noProof="0"/>
              <a:t>TEKST TOEVOEGEN </a:t>
            </a:r>
          </a:p>
        </p:txBody>
      </p:sp>
      <p:sp>
        <p:nvSpPr>
          <p:cNvPr id="33" name="Tijdelijke aanduiding voor tekst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rtlCol="0" anchor="t">
            <a:noAutofit/>
          </a:bodyPr>
          <a:lstStyle>
            <a:lvl1pPr marL="0" indent="0" algn="ctr">
              <a:spcBef>
                <a:spcPts val="0"/>
              </a:spcBef>
              <a:spcAft>
                <a:spcPts val="0"/>
              </a:spcAft>
              <a:buNone/>
              <a:defRPr sz="2000" b="1">
                <a:solidFill>
                  <a:schemeClr val="tx2"/>
                </a:solidFill>
              </a:defRPr>
            </a:lvl1pPr>
          </a:lstStyle>
          <a:p>
            <a:pPr lvl="0" rtl="0"/>
            <a:r>
              <a:rPr lang="nl-NL" noProof="0"/>
              <a:t>TEKST TOEVOEGEN </a:t>
            </a:r>
          </a:p>
        </p:txBody>
      </p:sp>
      <p:sp>
        <p:nvSpPr>
          <p:cNvPr id="35" name="Tijdelijke aanduiding voor tekst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rtlCol="0" anchor="t">
            <a:noAutofit/>
          </a:bodyPr>
          <a:lstStyle>
            <a:lvl1pPr marL="0" indent="0" algn="ctr">
              <a:spcBef>
                <a:spcPts val="0"/>
              </a:spcBef>
              <a:spcAft>
                <a:spcPts val="0"/>
              </a:spcAft>
              <a:buNone/>
              <a:defRPr sz="2000" b="1">
                <a:solidFill>
                  <a:schemeClr val="tx2"/>
                </a:solidFill>
              </a:defRPr>
            </a:lvl1pPr>
          </a:lstStyle>
          <a:p>
            <a:pPr lvl="0" rtl="0"/>
            <a:r>
              <a:rPr lang="nl-NL" noProof="0"/>
              <a:t>TEKST TOEVOEGEN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dia">
    <p:spTree>
      <p:nvGrpSpPr>
        <p:cNvPr id="1" name=""/>
        <p:cNvGrpSpPr/>
        <p:nvPr/>
      </p:nvGrpSpPr>
      <p:grpSpPr>
        <a:xfrm>
          <a:off x="0" y="0"/>
          <a:ext cx="0" cy="0"/>
          <a:chOff x="0" y="0"/>
          <a:chExt cx="0" cy="0"/>
        </a:xfrm>
      </p:grpSpPr>
      <p:sp>
        <p:nvSpPr>
          <p:cNvPr id="34" name="Vrije vorm: Vorm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6" name="Tijdelijke aanduiding voor dianumm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15" name="Vrije v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cxnSp>
        <p:nvCxnSpPr>
          <p:cNvPr id="18" name="Rechte verbindingslijn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Tijdelijke aanduiding voor afbeelding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32" name="Tijdelijke aanduiding voor tekst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rtlCol="0" anchor="t">
            <a:noAutofit/>
          </a:bodyPr>
          <a:lstStyle>
            <a:lvl1pPr marL="0" indent="0" algn="ctr">
              <a:spcBef>
                <a:spcPts val="0"/>
              </a:spcBef>
              <a:spcAft>
                <a:spcPts val="0"/>
              </a:spcAft>
              <a:buNone/>
              <a:defRPr sz="2000" b="1">
                <a:solidFill>
                  <a:schemeClr val="tx2"/>
                </a:solidFill>
                <a:latin typeface="+mj-lt"/>
              </a:defRPr>
            </a:lvl1pPr>
          </a:lstStyle>
          <a:p>
            <a:pPr lvl="0" rtl="0"/>
            <a:r>
              <a:rPr lang="nl-NL" noProof="0"/>
              <a:t>TEKST TOEVOEGEN </a:t>
            </a:r>
          </a:p>
        </p:txBody>
      </p:sp>
      <p:sp>
        <p:nvSpPr>
          <p:cNvPr id="17" name="Tijdelijke aanduiding voor tekst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rtlCol="0" anchor="t">
            <a:noAutofit/>
          </a:bodyPr>
          <a:lstStyle>
            <a:lvl1pPr marL="0" indent="0" algn="ctr">
              <a:spcBef>
                <a:spcPts val="0"/>
              </a:spcBef>
              <a:spcAft>
                <a:spcPts val="0"/>
              </a:spcAft>
              <a:buNone/>
              <a:defRPr sz="1400" b="0">
                <a:solidFill>
                  <a:schemeClr val="tx2"/>
                </a:solidFill>
                <a:latin typeface="+mn-lt"/>
              </a:defRPr>
            </a:lvl1pPr>
          </a:lstStyle>
          <a:p>
            <a:pPr lvl="0" rtl="0"/>
            <a:r>
              <a:rPr lang="nl-NL" noProof="0"/>
              <a:t>Beschrijving</a:t>
            </a:r>
          </a:p>
        </p:txBody>
      </p:sp>
      <p:cxnSp>
        <p:nvCxnSpPr>
          <p:cNvPr id="5" name="Rechte verbindingslijn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e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Rechte verbindingslijn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Rechte verbindingslijn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Tijdelijke aanduiding voor afbeelding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6" name="Tijdelijke aanduiding voor afbeelding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7" name="Tijdelijke aanduiding voor afbeelding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cxnSp>
        <p:nvCxnSpPr>
          <p:cNvPr id="36" name="Rechte verbindingslijn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e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Rechte verbindingslijn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Rechte verbindingslijn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Tijdelijke aanduiding voor afbeelding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42" name="Tijdelijke aanduiding voor afbeelding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43" name="Tijdelijke aanduiding voor afbeelding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44" name="Tijdelijke aanduiding voor tekst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nl-NL" noProof="0"/>
              <a:t>Naam</a:t>
            </a:r>
          </a:p>
        </p:txBody>
      </p:sp>
      <p:sp>
        <p:nvSpPr>
          <p:cNvPr id="45" name="Tijdelijke aanduiding voor tekst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nl-NL" noProof="0"/>
              <a:t>Naam</a:t>
            </a:r>
          </a:p>
        </p:txBody>
      </p:sp>
      <p:sp>
        <p:nvSpPr>
          <p:cNvPr id="46" name="Tijdelijke aanduiding voor tekst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nl-NL" noProof="0"/>
              <a:t>Naam</a:t>
            </a:r>
          </a:p>
        </p:txBody>
      </p:sp>
      <p:sp>
        <p:nvSpPr>
          <p:cNvPr id="47" name="Tijdelijke aanduiding voor tekst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nl-NL" noProof="0"/>
              <a:t>Naam</a:t>
            </a:r>
          </a:p>
        </p:txBody>
      </p:sp>
      <p:sp>
        <p:nvSpPr>
          <p:cNvPr id="48" name="Tijdelijke aanduiding voor tekst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nl-NL" noProof="0"/>
              <a:t>Naam</a:t>
            </a:r>
          </a:p>
        </p:txBody>
      </p:sp>
      <p:sp>
        <p:nvSpPr>
          <p:cNvPr id="49" name="Tijdelijke aanduiding voor tekst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nl-NL" noProof="0"/>
              <a:t>Naam</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LLEEN TITEL_Organigram">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8" name="Tijdelijke aanduiding voor afbeelding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0" name="Tijdelijke aanduiding voor tekst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rtlCol="0" anchor="ctr">
            <a:noAutofit/>
          </a:bodyPr>
          <a:lstStyle>
            <a:lvl1pPr marL="0" indent="0" algn="l">
              <a:spcBef>
                <a:spcPts val="0"/>
              </a:spcBef>
              <a:spcAft>
                <a:spcPts val="0"/>
              </a:spcAft>
              <a:buNone/>
              <a:defRPr sz="1600" b="1">
                <a:solidFill>
                  <a:schemeClr val="tx2"/>
                </a:solidFill>
                <a:latin typeface="+mj-lt"/>
              </a:defRPr>
            </a:lvl1pPr>
          </a:lstStyle>
          <a:p>
            <a:pPr lvl="0" rtl="0"/>
            <a:r>
              <a:rPr lang="nl-NL" noProof="0"/>
              <a:t>TEKST TOEVOEGEN </a:t>
            </a:r>
          </a:p>
        </p:txBody>
      </p:sp>
      <p:sp>
        <p:nvSpPr>
          <p:cNvPr id="12" name="Tijdelijke aanduiding voor tekst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rtlCol="0" anchor="t">
            <a:noAutofit/>
          </a:bodyPr>
          <a:lstStyle>
            <a:lvl1pPr marL="0" indent="0" algn="l">
              <a:spcBef>
                <a:spcPts val="0"/>
              </a:spcBef>
              <a:spcAft>
                <a:spcPts val="0"/>
              </a:spcAft>
              <a:buNone/>
              <a:defRPr sz="1200" b="0">
                <a:solidFill>
                  <a:schemeClr val="tx2"/>
                </a:solidFill>
                <a:latin typeface="+mn-lt"/>
              </a:defRPr>
            </a:lvl1pPr>
          </a:lstStyle>
          <a:p>
            <a:pPr lvl="0" rtl="0"/>
            <a:r>
              <a:rPr lang="nl-NL" noProof="0"/>
              <a:t>Beschrijving</a:t>
            </a:r>
          </a:p>
        </p:txBody>
      </p:sp>
      <p:cxnSp>
        <p:nvCxnSpPr>
          <p:cNvPr id="14" name="Rechte verbindingslijn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ijdelijke aanduiding voor afbeelding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17" name="Tijdelijke aanduiding voor tekst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18" name="Tijdelijke aanduiding voor tekst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19" name="Tijdelijke aanduiding voor afbeelding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0" name="Tijdelijke aanduiding voor tekst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21" name="Tijdelijke aanduiding voor tekst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22" name="Tijdelijke aanduiding voor afbeelding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3" name="Tijdelijke aanduiding voor tekst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24" name="Tijdelijke aanduiding voor tekst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25" name="Tijdelijke aanduiding voor afbeelding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6" name="Tijdelijke aanduiding voor tekst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27" name="Tijdelijke aanduiding voor tekst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28" name="Tijdelijke aanduiding voor afbeelding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9" name="Tijdelijke aanduiding voor tekst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30" name="Tijdelijke aanduiding voor tekst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LLEEN TITEL_Organigram 6">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8" name="Tijdelijke aanduiding voor afbeelding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0" name="Tijdelijke aanduiding voor tekst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rtlCol="0" anchor="ctr">
            <a:noAutofit/>
          </a:bodyPr>
          <a:lstStyle>
            <a:lvl1pPr marL="0" indent="0" algn="l">
              <a:spcBef>
                <a:spcPts val="0"/>
              </a:spcBef>
              <a:spcAft>
                <a:spcPts val="0"/>
              </a:spcAft>
              <a:buNone/>
              <a:defRPr sz="1600" b="1">
                <a:solidFill>
                  <a:schemeClr val="tx2"/>
                </a:solidFill>
                <a:latin typeface="+mj-lt"/>
              </a:defRPr>
            </a:lvl1pPr>
          </a:lstStyle>
          <a:p>
            <a:pPr lvl="0" rtl="0"/>
            <a:r>
              <a:rPr lang="nl-NL" noProof="0"/>
              <a:t>TEKST TOEVOEGEN </a:t>
            </a:r>
          </a:p>
        </p:txBody>
      </p:sp>
      <p:sp>
        <p:nvSpPr>
          <p:cNvPr id="12" name="Tijdelijke aanduiding voor tekst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rtlCol="0" anchor="t">
            <a:noAutofit/>
          </a:bodyPr>
          <a:lstStyle>
            <a:lvl1pPr marL="0" indent="0" algn="l">
              <a:spcBef>
                <a:spcPts val="0"/>
              </a:spcBef>
              <a:spcAft>
                <a:spcPts val="0"/>
              </a:spcAft>
              <a:buNone/>
              <a:defRPr sz="1200" b="0">
                <a:solidFill>
                  <a:schemeClr val="tx2"/>
                </a:solidFill>
                <a:latin typeface="+mn-lt"/>
              </a:defRPr>
            </a:lvl1pPr>
          </a:lstStyle>
          <a:p>
            <a:pPr lvl="0" rtl="0"/>
            <a:r>
              <a:rPr lang="nl-NL" noProof="0"/>
              <a:t>Beschrijving</a:t>
            </a:r>
          </a:p>
        </p:txBody>
      </p:sp>
      <p:cxnSp>
        <p:nvCxnSpPr>
          <p:cNvPr id="14" name="Rechte verbindingslijn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ijdelijke aanduiding voor afbeelding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17" name="Tijdelijke aanduiding voor tekst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18" name="Tijdelijke aanduiding voor tekst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19" name="Tijdelijke aanduiding voor afbeelding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0" name="Tijdelijke aanduiding voor tekst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21" name="Tijdelijke aanduiding voor tekst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22" name="Tijdelijke aanduiding voor afbeelding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3" name="Tijdelijke aanduiding voor tekst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24" name="Tijdelijke aanduiding voor tekst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25" name="Tijdelijke aanduiding voor afbeelding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6" name="Tijdelijke aanduiding voor tekst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27" name="Tijdelijke aanduiding voor tekst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28" name="Tijdelijke aanduiding voor afbeelding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9" name="Tijdelijke aanduiding voor tekst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30" name="Tijdelijke aanduiding voor tekst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
        <p:nvSpPr>
          <p:cNvPr id="31" name="Tijdelijke aanduiding voor afbeelding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32" name="Tijdelijke aanduiding voor tekst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nl-NL" noProof="0"/>
              <a:t>NAAM</a:t>
            </a:r>
          </a:p>
        </p:txBody>
      </p:sp>
      <p:sp>
        <p:nvSpPr>
          <p:cNvPr id="33" name="Tijdelijke aanduiding voor tekst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nl-NL" noProof="0"/>
              <a:t>Beschrijving</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LLEEN TITEL_Organigram 12">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3" name="Tijdelijke aanduiding voor dianumm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9" name="Vrije vorm: Vorm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8" name="Tijdelijke aanduiding voor afbeelding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10" name="Tijdelijke aanduiding voor tekst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rtlCol="0" anchor="ctr">
            <a:noAutofit/>
          </a:bodyPr>
          <a:lstStyle>
            <a:lvl1pPr marL="0" indent="0" algn="l">
              <a:spcBef>
                <a:spcPts val="0"/>
              </a:spcBef>
              <a:spcAft>
                <a:spcPts val="0"/>
              </a:spcAft>
              <a:buNone/>
              <a:defRPr sz="1600" b="1">
                <a:solidFill>
                  <a:schemeClr val="tx2"/>
                </a:solidFill>
                <a:latin typeface="+mj-lt"/>
              </a:defRPr>
            </a:lvl1pPr>
          </a:lstStyle>
          <a:p>
            <a:pPr lvl="0" rtl="0"/>
            <a:r>
              <a:rPr lang="nl-NL" noProof="0"/>
              <a:t>TEKST TOEVOEGEN </a:t>
            </a:r>
          </a:p>
        </p:txBody>
      </p:sp>
      <p:sp>
        <p:nvSpPr>
          <p:cNvPr id="12" name="Tijdelijke aanduiding voor tekst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rtlCol="0" anchor="t">
            <a:noAutofit/>
          </a:bodyPr>
          <a:lstStyle>
            <a:lvl1pPr marL="0" indent="0" algn="l">
              <a:spcBef>
                <a:spcPts val="0"/>
              </a:spcBef>
              <a:spcAft>
                <a:spcPts val="0"/>
              </a:spcAft>
              <a:buNone/>
              <a:defRPr sz="1200" b="0">
                <a:solidFill>
                  <a:schemeClr val="tx2"/>
                </a:solidFill>
                <a:latin typeface="+mn-lt"/>
              </a:defRPr>
            </a:lvl1pPr>
          </a:lstStyle>
          <a:p>
            <a:pPr lvl="0" rtl="0"/>
            <a:r>
              <a:rPr lang="nl-NL" noProof="0"/>
              <a:t>Beschrijving</a:t>
            </a:r>
          </a:p>
        </p:txBody>
      </p:sp>
      <p:cxnSp>
        <p:nvCxnSpPr>
          <p:cNvPr id="14" name="Rechte verbindingslijn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ijdelijke aanduiding voor afbeelding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17" name="Tijdelijke aanduiding voor tekst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18" name="Tijdelijke aanduiding voor tekst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
        <p:nvSpPr>
          <p:cNvPr id="19" name="Tijdelijke aanduiding voor afbeelding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0" name="Tijdelijke aanduiding voor tekst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21" name="Tijdelijke aanduiding voor tekst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
        <p:nvSpPr>
          <p:cNvPr id="22" name="Tijdelijke aanduiding voor afbeelding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3" name="Tijdelijke aanduiding voor tekst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24" name="Tijdelijke aanduiding voor tekst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
        <p:nvSpPr>
          <p:cNvPr id="25" name="Tijdelijke aanduiding voor afbeelding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6" name="Tijdelijke aanduiding voor tekst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27" name="Tijdelijke aanduiding voor tekst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
        <p:nvSpPr>
          <p:cNvPr id="28" name="Tijdelijke aanduiding voor afbeelding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29" name="Tijdelijke aanduiding voor tekst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30" name="Tijdelijke aanduiding voor tekst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
        <p:nvSpPr>
          <p:cNvPr id="31" name="Tijdelijke aanduiding voor afbeelding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32" name="Tijdelijke aanduiding voor tekst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33" name="Tijdelijke aanduiding voor tekst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cxnSp>
        <p:nvCxnSpPr>
          <p:cNvPr id="34" name="Rechte verbindingslijn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Tijdelijke aanduiding voor afbeelding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39" name="Tijdelijke aanduiding voor tekst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40" name="Tijdelijke aanduiding voor tekst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
        <p:nvSpPr>
          <p:cNvPr id="41" name="Tijdelijke aanduiding voor afbeelding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42" name="Tijdelijke aanduiding voor tekst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43" name="Tijdelijke aanduiding voor tekst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
        <p:nvSpPr>
          <p:cNvPr id="44" name="Tijdelijke aanduiding voor afbeelding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45" name="Tijdelijke aanduiding voor tekst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46" name="Tijdelijke aanduiding voor tekst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
        <p:nvSpPr>
          <p:cNvPr id="47" name="Tijdelijke aanduiding voor afbeelding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nl-NL" noProof="0"/>
              <a:t>Afbeelding invoegen</a:t>
            </a:r>
          </a:p>
        </p:txBody>
      </p:sp>
      <p:sp>
        <p:nvSpPr>
          <p:cNvPr id="48" name="Tijdelijke aanduiding voor tekst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nl-NL" noProof="0"/>
              <a:t>NAAM</a:t>
            </a:r>
          </a:p>
        </p:txBody>
      </p:sp>
      <p:sp>
        <p:nvSpPr>
          <p:cNvPr id="49" name="Tijdelijke aanduiding voor tekst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nl-NL" noProof="0"/>
              <a:t>Beschrijving</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el Zijpatch Alleen titel">
    <p:spTree>
      <p:nvGrpSpPr>
        <p:cNvPr id="1" name=""/>
        <p:cNvGrpSpPr/>
        <p:nvPr/>
      </p:nvGrpSpPr>
      <p:grpSpPr>
        <a:xfrm>
          <a:off x="0" y="0"/>
          <a:ext cx="0" cy="0"/>
          <a:chOff x="0" y="0"/>
          <a:chExt cx="0" cy="0"/>
        </a:xfrm>
      </p:grpSpPr>
      <p:sp>
        <p:nvSpPr>
          <p:cNvPr id="34" name="Vrije vorm: Vorm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11" name="Rechthoek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tel 1">
            <a:extLst>
              <a:ext uri="{FF2B5EF4-FFF2-40B4-BE49-F238E27FC236}">
                <a16:creationId xmlns:a16="http://schemas.microsoft.com/office/drawing/2014/main" id="{9015F2E0-A9EE-4095-8DFC-C3BBA80FAEEE}"/>
              </a:ext>
            </a:extLst>
          </p:cNvPr>
          <p:cNvSpPr>
            <a:spLocks noGrp="1"/>
          </p:cNvSpPr>
          <p:nvPr>
            <p:ph type="title" hasCustomPrompt="1"/>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nl-NL" noProof="0"/>
              <a:t>Klik om de titelstijl van het model te bewerken</a:t>
            </a:r>
          </a:p>
        </p:txBody>
      </p:sp>
      <p:sp>
        <p:nvSpPr>
          <p:cNvPr id="16" name="Tijdelijke aanduiding voor dianumm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
        <p:nvSpPr>
          <p:cNvPr id="15" name="Vrije v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Afbeeldingsbijschrift inhoud_Blauw">
    <p:bg>
      <p:bgPr>
        <a:solidFill>
          <a:schemeClr val="tx2"/>
        </a:solidFill>
        <a:effectLst/>
      </p:bgPr>
    </p:bg>
    <p:spTree>
      <p:nvGrpSpPr>
        <p:cNvPr id="1" name=""/>
        <p:cNvGrpSpPr/>
        <p:nvPr/>
      </p:nvGrpSpPr>
      <p:grpSpPr>
        <a:xfrm>
          <a:off x="0" y="0"/>
          <a:ext cx="0" cy="0"/>
          <a:chOff x="0" y="0"/>
          <a:chExt cx="0" cy="0"/>
        </a:xfrm>
      </p:grpSpPr>
      <p:sp>
        <p:nvSpPr>
          <p:cNvPr id="11" name="Tijdelijke aanduiding voor afbeelding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rtlCol="0" anchor="ctr">
            <a:noAutofit/>
          </a:bodyPr>
          <a:lstStyle>
            <a:lvl1pPr marL="0" indent="0" algn="ctr">
              <a:buNone/>
              <a:defRPr/>
            </a:lvl1pPr>
          </a:lstStyle>
          <a:p>
            <a:pPr rtl="0"/>
            <a:r>
              <a:rPr lang="nl-NL" noProof="0"/>
              <a:t>Afbeelding invoegen</a:t>
            </a:r>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1257300" y="3962400"/>
            <a:ext cx="4114800" cy="1981200"/>
          </a:xfrm>
        </p:spPr>
        <p:txBody>
          <a:bodyPr rtlCol="0" anchor="ctr">
            <a:noAutofit/>
          </a:bodyPr>
          <a:lstStyle>
            <a:lvl1pPr algn="ctr">
              <a:lnSpc>
                <a:spcPct val="80000"/>
              </a:lnSpc>
              <a:defRPr sz="4000" b="0" spc="200" baseline="0"/>
            </a:lvl1pPr>
          </a:lstStyle>
          <a:p>
            <a:pPr rtl="0"/>
            <a:r>
              <a:rPr lang="nl-NL" noProof="0"/>
              <a:t>Klik om de titelstijl van het model te bewerken</a:t>
            </a:r>
          </a:p>
        </p:txBody>
      </p:sp>
      <p:sp>
        <p:nvSpPr>
          <p:cNvPr id="3" name="Subtitel 2"/>
          <p:cNvSpPr>
            <a:spLocks noGrp="1"/>
          </p:cNvSpPr>
          <p:nvPr>
            <p:ph type="subTitle" idx="1" hasCustomPrompt="1"/>
          </p:nvPr>
        </p:nvSpPr>
        <p:spPr>
          <a:xfrm>
            <a:off x="6057900" y="4114800"/>
            <a:ext cx="4876800" cy="1371602"/>
          </a:xfrm>
        </p:spPr>
        <p:txBody>
          <a:bodyPr lIns="91440" rIns="91440" rtlCol="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
        <p:nvSpPr>
          <p:cNvPr id="7" name="Tijdelijke aanduiding voor tekst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8" name="Tijdelijke aanduiding voor tekst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Afbeeldingsbijschrift inhoud_Oranje">
    <p:bg>
      <p:bgPr>
        <a:solidFill>
          <a:schemeClr val="accent2"/>
        </a:solidFill>
        <a:effectLst/>
      </p:bgPr>
    </p:bg>
    <p:spTree>
      <p:nvGrpSpPr>
        <p:cNvPr id="1" name=""/>
        <p:cNvGrpSpPr/>
        <p:nvPr/>
      </p:nvGrpSpPr>
      <p:grpSpPr>
        <a:xfrm>
          <a:off x="0" y="0"/>
          <a:ext cx="0" cy="0"/>
          <a:chOff x="0" y="0"/>
          <a:chExt cx="0" cy="0"/>
        </a:xfrm>
      </p:grpSpPr>
      <p:sp>
        <p:nvSpPr>
          <p:cNvPr id="11" name="Tijdelijke aanduiding voor afbeelding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rtlCol="0" anchor="ctr">
            <a:noAutofit/>
          </a:bodyPr>
          <a:lstStyle>
            <a:lvl1pPr marL="0" indent="0" algn="ctr">
              <a:buNone/>
              <a:defRPr/>
            </a:lvl1pPr>
          </a:lstStyle>
          <a:p>
            <a:pPr rtl="0"/>
            <a:r>
              <a:rPr lang="nl-NL" noProof="0"/>
              <a:t>Afbeelding invoegen</a:t>
            </a:r>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1257300" y="3962400"/>
            <a:ext cx="4114800" cy="1981200"/>
          </a:xfrm>
        </p:spPr>
        <p:txBody>
          <a:bodyPr rtlCol="0" anchor="ctr">
            <a:noAutofit/>
          </a:bodyPr>
          <a:lstStyle>
            <a:lvl1pPr algn="ctr">
              <a:lnSpc>
                <a:spcPct val="80000"/>
              </a:lnSpc>
              <a:defRPr sz="4000" b="0" spc="200" baseline="0"/>
            </a:lvl1pPr>
          </a:lstStyle>
          <a:p>
            <a:pPr rtl="0"/>
            <a:r>
              <a:rPr lang="nl-NL" noProof="0"/>
              <a:t>Klik om de titelstijl van het model te bewerken</a:t>
            </a:r>
          </a:p>
        </p:txBody>
      </p:sp>
      <p:sp>
        <p:nvSpPr>
          <p:cNvPr id="3" name="Subtitel 2"/>
          <p:cNvSpPr>
            <a:spLocks noGrp="1"/>
          </p:cNvSpPr>
          <p:nvPr>
            <p:ph type="subTitle" idx="1" hasCustomPrompt="1"/>
          </p:nvPr>
        </p:nvSpPr>
        <p:spPr>
          <a:xfrm>
            <a:off x="6057900" y="4114800"/>
            <a:ext cx="4876800" cy="1371602"/>
          </a:xfrm>
        </p:spPr>
        <p:txBody>
          <a:bodyPr lIns="91440" rIns="91440" rtlCol="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nl-NL" noProof="0"/>
              <a:t>Klik om de subtitelstijl van het model te bewerken</a:t>
            </a:r>
          </a:p>
        </p:txBody>
      </p:sp>
      <p:sp>
        <p:nvSpPr>
          <p:cNvPr id="7" name="Tijdelijke aanduiding voor tekst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8" name="Tijdelijke aanduiding voor tekst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ijdelijke aanduiding voor tekst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tekst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a:extLst>
              <a:ext uri="{FF2B5EF4-FFF2-40B4-BE49-F238E27FC236}">
                <a16:creationId xmlns:a16="http://schemas.microsoft.com/office/drawing/2014/main" id="{2F2E942B-4297-4570-B120-E2ACA52D126E}"/>
              </a:ext>
            </a:extLst>
          </p:cNvPr>
          <p:cNvSpPr>
            <a:spLocks noGrp="1"/>
          </p:cNvSpPr>
          <p:nvPr>
            <p:ph type="title" hasCustomPrompt="1"/>
          </p:nvPr>
        </p:nvSpPr>
        <p:spPr>
          <a:xfrm>
            <a:off x="1085850" y="2679192"/>
            <a:ext cx="9963150" cy="1499616"/>
          </a:xfrm>
          <a:noFill/>
        </p:spPr>
        <p:txBody>
          <a:bodyPr rtlCol="0">
            <a:normAutofit/>
          </a:bodyPr>
          <a:lstStyle>
            <a:lvl1pPr>
              <a:defRPr sz="6000">
                <a:solidFill>
                  <a:schemeClr val="bg1"/>
                </a:solidFill>
              </a:defRPr>
            </a:lvl1pPr>
          </a:lstStyle>
          <a:p>
            <a:pPr rtl="0"/>
            <a:r>
              <a:rPr lang="nl-NL" noProof="0"/>
              <a:t>Klik om de titelstijl van het model te bewerken</a:t>
            </a:r>
          </a:p>
        </p:txBody>
      </p:sp>
      <p:sp>
        <p:nvSpPr>
          <p:cNvPr id="8" name="Tijdelijke aanduiding voor tekst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ijdelijke aanduiding voor tekst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tekst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a:extLst>
              <a:ext uri="{FF2B5EF4-FFF2-40B4-BE49-F238E27FC236}">
                <a16:creationId xmlns:a16="http://schemas.microsoft.com/office/drawing/2014/main" id="{2F2E942B-4297-4570-B120-E2ACA52D126E}"/>
              </a:ext>
            </a:extLst>
          </p:cNvPr>
          <p:cNvSpPr>
            <a:spLocks noGrp="1"/>
          </p:cNvSpPr>
          <p:nvPr>
            <p:ph type="title" hasCustomPrompt="1"/>
          </p:nvPr>
        </p:nvSpPr>
        <p:spPr>
          <a:xfrm>
            <a:off x="1085850" y="2679192"/>
            <a:ext cx="9963150" cy="1499616"/>
          </a:xfrm>
          <a:noFill/>
        </p:spPr>
        <p:txBody>
          <a:bodyPr rtlCol="0">
            <a:normAutofit/>
          </a:bodyPr>
          <a:lstStyle>
            <a:lvl1pPr>
              <a:defRPr sz="6000">
                <a:solidFill>
                  <a:schemeClr val="bg1"/>
                </a:solidFill>
              </a:defRPr>
            </a:lvl1pPr>
          </a:lstStyle>
          <a:p>
            <a:pPr rtl="0"/>
            <a:r>
              <a:rPr lang="nl-NL" noProof="0"/>
              <a:t>Klik om de titelstijl van het model te bewerken</a:t>
            </a:r>
          </a:p>
        </p:txBody>
      </p:sp>
      <p:sp>
        <p:nvSpPr>
          <p:cNvPr id="8" name="Tijdelijke aanduiding voor tekst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ijdelijke aanduiding voor tekst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tekst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a:extLst>
              <a:ext uri="{FF2B5EF4-FFF2-40B4-BE49-F238E27FC236}">
                <a16:creationId xmlns:a16="http://schemas.microsoft.com/office/drawing/2014/main" id="{2F2E942B-4297-4570-B120-E2ACA52D126E}"/>
              </a:ext>
            </a:extLst>
          </p:cNvPr>
          <p:cNvSpPr>
            <a:spLocks noGrp="1"/>
          </p:cNvSpPr>
          <p:nvPr>
            <p:ph type="title" hasCustomPrompt="1"/>
          </p:nvPr>
        </p:nvSpPr>
        <p:spPr>
          <a:xfrm>
            <a:off x="1085850" y="2679192"/>
            <a:ext cx="9963150" cy="1499616"/>
          </a:xfrm>
          <a:noFill/>
        </p:spPr>
        <p:txBody>
          <a:bodyPr rtlCol="0">
            <a:normAutofit/>
          </a:bodyPr>
          <a:lstStyle>
            <a:lvl1pPr>
              <a:defRPr sz="6000">
                <a:solidFill>
                  <a:schemeClr val="bg1"/>
                </a:solidFill>
              </a:defRPr>
            </a:lvl1pPr>
          </a:lstStyle>
          <a:p>
            <a:pPr rtl="0"/>
            <a:r>
              <a:rPr lang="nl-NL" noProof="0"/>
              <a:t>Klik om de titelstijl van het model te bewerken</a:t>
            </a:r>
          </a:p>
        </p:txBody>
      </p:sp>
      <p:sp>
        <p:nvSpPr>
          <p:cNvPr id="8" name="Tijdelijke aanduiding voor tekst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Tijdelijke aanduiding voor afbeelding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rtlCol="0" anchor="ctr"/>
          <a:lstStyle>
            <a:lvl1pPr marL="0" indent="0" algn="ctr">
              <a:buNone/>
              <a:defRPr>
                <a:solidFill>
                  <a:schemeClr val="bg1">
                    <a:lumMod val="50000"/>
                  </a:schemeClr>
                </a:solidFill>
              </a:defRPr>
            </a:lvl1pPr>
          </a:lstStyle>
          <a:p>
            <a:pPr rtl="0"/>
            <a:r>
              <a:rPr lang="nl-NL" noProof="0"/>
              <a:t>Afbeelding invoegen</a:t>
            </a:r>
          </a:p>
        </p:txBody>
      </p:sp>
      <p:sp>
        <p:nvSpPr>
          <p:cNvPr id="27" name="Tijdelijke aanduiding voor tekst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rtlCol="0">
            <a:noAutofit/>
          </a:bodyPr>
          <a:lstStyle>
            <a:lvl1pPr marL="0" indent="0">
              <a:buNone/>
              <a:defRPr>
                <a:solidFill>
                  <a:schemeClr val="tx1">
                    <a:alpha val="0"/>
                  </a:schemeClr>
                </a:solidFill>
              </a:defRPr>
            </a:lvl1pPr>
          </a:lstStyle>
          <a:p>
            <a:pPr lvl="0" rtl="0"/>
            <a:r>
              <a:rPr lang="nl-NL" noProof="0"/>
              <a:t>A</a:t>
            </a:r>
          </a:p>
        </p:txBody>
      </p:sp>
      <p:sp>
        <p:nvSpPr>
          <p:cNvPr id="26" name="Tijdelijke aanduiding voor tekst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a:extLst>
              <a:ext uri="{FF2B5EF4-FFF2-40B4-BE49-F238E27FC236}">
                <a16:creationId xmlns:a16="http://schemas.microsoft.com/office/drawing/2014/main" id="{2F2E942B-4297-4570-B120-E2ACA52D126E}"/>
              </a:ext>
            </a:extLst>
          </p:cNvPr>
          <p:cNvSpPr>
            <a:spLocks noGrp="1"/>
          </p:cNvSpPr>
          <p:nvPr>
            <p:ph type="title" hasCustomPrompt="1"/>
          </p:nvPr>
        </p:nvSpPr>
        <p:spPr>
          <a:xfrm>
            <a:off x="1266825" y="2265916"/>
            <a:ext cx="5314950" cy="3488998"/>
          </a:xfrm>
          <a:noFill/>
        </p:spPr>
        <p:txBody>
          <a:bodyPr rtlCol="0" anchor="b">
            <a:normAutofit/>
          </a:bodyPr>
          <a:lstStyle>
            <a:lvl1pPr algn="ctr">
              <a:defRPr sz="6000">
                <a:solidFill>
                  <a:schemeClr val="bg1"/>
                </a:solidFill>
              </a:defRPr>
            </a:lvl1pPr>
          </a:lstStyle>
          <a:p>
            <a:pPr rtl="0"/>
            <a:r>
              <a:rPr lang="nl-NL" noProof="0"/>
              <a:t>Klik om de titelstijl van het model te bewerken</a:t>
            </a:r>
          </a:p>
        </p:txBody>
      </p:sp>
      <p:sp>
        <p:nvSpPr>
          <p:cNvPr id="6" name="Tijdelijke aanduiding voor dianumm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Tijdelijke aanduiding voor afbeelding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rtlCol="0" anchor="ctr">
            <a:noAutofit/>
          </a:bodyPr>
          <a:lstStyle>
            <a:lvl1pPr marL="0" indent="0" algn="ctr">
              <a:buNone/>
              <a:defRPr>
                <a:solidFill>
                  <a:schemeClr val="bg1">
                    <a:lumMod val="50000"/>
                  </a:schemeClr>
                </a:solidFill>
              </a:defRPr>
            </a:lvl1pPr>
          </a:lstStyle>
          <a:p>
            <a:pPr rtl="0"/>
            <a:r>
              <a:rPr lang="nl-NL" noProof="0"/>
              <a:t>Afbeelding invoegen</a:t>
            </a:r>
          </a:p>
        </p:txBody>
      </p:sp>
      <p:sp>
        <p:nvSpPr>
          <p:cNvPr id="27" name="Tijdelijke aanduiding voor tekst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rtlCol="0">
            <a:noAutofit/>
          </a:bodyPr>
          <a:lstStyle>
            <a:lvl1pPr marL="0" indent="0">
              <a:buNone/>
              <a:defRPr>
                <a:solidFill>
                  <a:schemeClr val="tx1">
                    <a:alpha val="0"/>
                  </a:schemeClr>
                </a:solidFill>
              </a:defRPr>
            </a:lvl1pPr>
          </a:lstStyle>
          <a:p>
            <a:pPr lvl="0" rtl="0"/>
            <a:r>
              <a:rPr lang="nl-NL" noProof="0"/>
              <a:t>A</a:t>
            </a:r>
          </a:p>
        </p:txBody>
      </p:sp>
      <p:sp>
        <p:nvSpPr>
          <p:cNvPr id="2" name="Titel 1">
            <a:extLst>
              <a:ext uri="{FF2B5EF4-FFF2-40B4-BE49-F238E27FC236}">
                <a16:creationId xmlns:a16="http://schemas.microsoft.com/office/drawing/2014/main" id="{2F2E942B-4297-4570-B120-E2ACA52D126E}"/>
              </a:ext>
            </a:extLst>
          </p:cNvPr>
          <p:cNvSpPr>
            <a:spLocks noGrp="1"/>
          </p:cNvSpPr>
          <p:nvPr>
            <p:ph type="title" hasCustomPrompt="1"/>
          </p:nvPr>
        </p:nvSpPr>
        <p:spPr>
          <a:xfrm>
            <a:off x="781049" y="990600"/>
            <a:ext cx="9144000" cy="2590800"/>
          </a:xfrm>
          <a:noFill/>
        </p:spPr>
        <p:txBody>
          <a:bodyPr rtlCol="0" anchor="t">
            <a:normAutofit/>
          </a:bodyPr>
          <a:lstStyle>
            <a:lvl1pPr algn="l">
              <a:defRPr sz="6000">
                <a:solidFill>
                  <a:schemeClr val="bg1"/>
                </a:solidFill>
              </a:defRPr>
            </a:lvl1pPr>
          </a:lstStyle>
          <a:p>
            <a:pPr rtl="0"/>
            <a:r>
              <a:rPr lang="nl-NL" noProof="0"/>
              <a:t>Klik om de titelstijl van het model te bewerken</a:t>
            </a:r>
          </a:p>
        </p:txBody>
      </p:sp>
      <p:sp>
        <p:nvSpPr>
          <p:cNvPr id="9" name="Tijdelijke aanduiding voor tekst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dianumm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Tijdelijke aanduiding voor afbeelding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rtlCol="0" anchor="ctr">
            <a:noAutofit/>
          </a:bodyPr>
          <a:lstStyle>
            <a:lvl1pPr marL="0" indent="0" algn="ctr">
              <a:buNone/>
              <a:defRPr>
                <a:solidFill>
                  <a:schemeClr val="bg1">
                    <a:lumMod val="50000"/>
                  </a:schemeClr>
                </a:solidFill>
              </a:defRPr>
            </a:lvl1pPr>
          </a:lstStyle>
          <a:p>
            <a:pPr rtl="0"/>
            <a:r>
              <a:rPr lang="nl-NL" noProof="0"/>
              <a:t>Afbeelding invoegen</a:t>
            </a:r>
          </a:p>
        </p:txBody>
      </p:sp>
      <p:sp>
        <p:nvSpPr>
          <p:cNvPr id="27" name="Tijdelijke aanduiding voor tekst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rtlCol="0">
            <a:noAutofit/>
          </a:bodyPr>
          <a:lstStyle>
            <a:lvl1pPr marL="0" indent="0">
              <a:buNone/>
              <a:defRPr>
                <a:solidFill>
                  <a:schemeClr val="tx1">
                    <a:alpha val="0"/>
                  </a:schemeClr>
                </a:solidFill>
              </a:defRPr>
            </a:lvl1pPr>
          </a:lstStyle>
          <a:p>
            <a:pPr lvl="0" rtl="0"/>
            <a:r>
              <a:rPr lang="nl-NL" noProof="0"/>
              <a:t>A</a:t>
            </a:r>
          </a:p>
        </p:txBody>
      </p:sp>
      <p:sp>
        <p:nvSpPr>
          <p:cNvPr id="2" name="Titel 1">
            <a:extLst>
              <a:ext uri="{FF2B5EF4-FFF2-40B4-BE49-F238E27FC236}">
                <a16:creationId xmlns:a16="http://schemas.microsoft.com/office/drawing/2014/main" id="{2F2E942B-4297-4570-B120-E2ACA52D126E}"/>
              </a:ext>
            </a:extLst>
          </p:cNvPr>
          <p:cNvSpPr>
            <a:spLocks noGrp="1"/>
          </p:cNvSpPr>
          <p:nvPr>
            <p:ph type="title" hasCustomPrompt="1"/>
          </p:nvPr>
        </p:nvSpPr>
        <p:spPr>
          <a:xfrm>
            <a:off x="781049" y="990600"/>
            <a:ext cx="9144000" cy="2590800"/>
          </a:xfrm>
          <a:noFill/>
        </p:spPr>
        <p:txBody>
          <a:bodyPr rtlCol="0" anchor="t">
            <a:normAutofit/>
          </a:bodyPr>
          <a:lstStyle>
            <a:lvl1pPr algn="l">
              <a:defRPr sz="6000">
                <a:solidFill>
                  <a:schemeClr val="bg1"/>
                </a:solidFill>
              </a:defRPr>
            </a:lvl1pPr>
          </a:lstStyle>
          <a:p>
            <a:pPr rtl="0"/>
            <a:r>
              <a:rPr lang="nl-NL" noProof="0"/>
              <a:t>Klik om de titelstijl van het model te bewerken</a:t>
            </a:r>
          </a:p>
        </p:txBody>
      </p:sp>
      <p:sp>
        <p:nvSpPr>
          <p:cNvPr id="9" name="Tijdelijke aanduiding voor tekst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dianumm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Tijdelijke aanduiding voor afbeelding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rtlCol="0" anchor="ctr">
            <a:noAutofit/>
          </a:bodyPr>
          <a:lstStyle>
            <a:lvl1pPr marL="0" indent="0" algn="ctr">
              <a:buNone/>
              <a:defRPr>
                <a:solidFill>
                  <a:schemeClr val="bg1">
                    <a:lumMod val="50000"/>
                  </a:schemeClr>
                </a:solidFill>
              </a:defRPr>
            </a:lvl1pPr>
          </a:lstStyle>
          <a:p>
            <a:pPr rtl="0"/>
            <a:r>
              <a:rPr lang="nl-NL" noProof="0"/>
              <a:t>Afbeelding invoegen</a:t>
            </a:r>
          </a:p>
        </p:txBody>
      </p:sp>
      <p:sp>
        <p:nvSpPr>
          <p:cNvPr id="27" name="Tijdelijke aanduiding voor tekst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rtlCol="0">
            <a:noAutofit/>
          </a:bodyPr>
          <a:lstStyle>
            <a:lvl1pPr marL="0" indent="0">
              <a:buNone/>
              <a:defRPr>
                <a:solidFill>
                  <a:schemeClr val="tx1">
                    <a:alpha val="0"/>
                  </a:schemeClr>
                </a:solidFill>
              </a:defRPr>
            </a:lvl1pPr>
          </a:lstStyle>
          <a:p>
            <a:pPr lvl="0" rtl="0"/>
            <a:r>
              <a:rPr lang="nl-NL" noProof="0"/>
              <a:t>A</a:t>
            </a:r>
          </a:p>
        </p:txBody>
      </p:sp>
      <p:sp>
        <p:nvSpPr>
          <p:cNvPr id="2" name="Titel 1">
            <a:extLst>
              <a:ext uri="{FF2B5EF4-FFF2-40B4-BE49-F238E27FC236}">
                <a16:creationId xmlns:a16="http://schemas.microsoft.com/office/drawing/2014/main" id="{2F2E942B-4297-4570-B120-E2ACA52D126E}"/>
              </a:ext>
            </a:extLst>
          </p:cNvPr>
          <p:cNvSpPr>
            <a:spLocks noGrp="1"/>
          </p:cNvSpPr>
          <p:nvPr>
            <p:ph type="title" hasCustomPrompt="1"/>
          </p:nvPr>
        </p:nvSpPr>
        <p:spPr>
          <a:xfrm>
            <a:off x="781049" y="990600"/>
            <a:ext cx="9144000" cy="2590800"/>
          </a:xfrm>
          <a:noFill/>
        </p:spPr>
        <p:txBody>
          <a:bodyPr rtlCol="0" anchor="t">
            <a:normAutofit/>
          </a:bodyPr>
          <a:lstStyle>
            <a:lvl1pPr algn="l">
              <a:defRPr sz="6000">
                <a:solidFill>
                  <a:schemeClr val="bg1"/>
                </a:solidFill>
              </a:defRPr>
            </a:lvl1pPr>
          </a:lstStyle>
          <a:p>
            <a:pPr rtl="0"/>
            <a:r>
              <a:rPr lang="nl-NL" noProof="0"/>
              <a:t>Klik om de titelstijl van het model te bewerken</a:t>
            </a:r>
          </a:p>
        </p:txBody>
      </p:sp>
      <p:sp>
        <p:nvSpPr>
          <p:cNvPr id="9" name="Tijdelijke aanduiding voor tekst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dianumm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Tijdelijke aanduiding voor afbeelding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rtlCol="0" anchor="ctr">
            <a:noAutofit/>
          </a:bodyPr>
          <a:lstStyle>
            <a:lvl1pPr marL="0" indent="0" algn="ctr">
              <a:buNone/>
              <a:defRPr>
                <a:solidFill>
                  <a:schemeClr val="bg1">
                    <a:lumMod val="50000"/>
                  </a:schemeClr>
                </a:solidFill>
              </a:defRPr>
            </a:lvl1pPr>
          </a:lstStyle>
          <a:p>
            <a:pPr rtl="0"/>
            <a:r>
              <a:rPr lang="nl-NL" noProof="0"/>
              <a:t>Afbeelding invoegen</a:t>
            </a:r>
          </a:p>
        </p:txBody>
      </p:sp>
      <p:sp>
        <p:nvSpPr>
          <p:cNvPr id="27" name="Tijdelijke aanduiding voor tekst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rtlCol="0">
            <a:noAutofit/>
          </a:bodyPr>
          <a:lstStyle>
            <a:lvl1pPr marL="0" indent="0">
              <a:buNone/>
              <a:defRPr>
                <a:solidFill>
                  <a:schemeClr val="tx1">
                    <a:alpha val="0"/>
                  </a:schemeClr>
                </a:solidFill>
              </a:defRPr>
            </a:lvl1pPr>
          </a:lstStyle>
          <a:p>
            <a:pPr lvl="0" rtl="0"/>
            <a:r>
              <a:rPr lang="nl-NL" noProof="0"/>
              <a:t>A</a:t>
            </a:r>
          </a:p>
        </p:txBody>
      </p:sp>
      <p:sp>
        <p:nvSpPr>
          <p:cNvPr id="2" name="Titel 1">
            <a:extLst>
              <a:ext uri="{FF2B5EF4-FFF2-40B4-BE49-F238E27FC236}">
                <a16:creationId xmlns:a16="http://schemas.microsoft.com/office/drawing/2014/main" id="{2F2E942B-4297-4570-B120-E2ACA52D126E}"/>
              </a:ext>
            </a:extLst>
          </p:cNvPr>
          <p:cNvSpPr>
            <a:spLocks noGrp="1"/>
          </p:cNvSpPr>
          <p:nvPr>
            <p:ph type="title" hasCustomPrompt="1"/>
          </p:nvPr>
        </p:nvSpPr>
        <p:spPr>
          <a:xfrm>
            <a:off x="781049" y="990600"/>
            <a:ext cx="9144000" cy="2590800"/>
          </a:xfrm>
          <a:noFill/>
        </p:spPr>
        <p:txBody>
          <a:bodyPr rtlCol="0" anchor="t">
            <a:normAutofit/>
          </a:bodyPr>
          <a:lstStyle>
            <a:lvl1pPr algn="l">
              <a:defRPr sz="6000">
                <a:solidFill>
                  <a:schemeClr val="bg1"/>
                </a:solidFill>
              </a:defRPr>
            </a:lvl1pPr>
          </a:lstStyle>
          <a:p>
            <a:pPr rtl="0"/>
            <a:r>
              <a:rPr lang="nl-NL" noProof="0"/>
              <a:t>Klik om de titelstijl van het model te bewerken</a:t>
            </a:r>
          </a:p>
        </p:txBody>
      </p:sp>
      <p:sp>
        <p:nvSpPr>
          <p:cNvPr id="9" name="Tijdelijke aanduiding voor tekst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rtlCol="0"/>
          <a:lstStyle>
            <a:lvl1pPr marL="0" indent="0">
              <a:buNone/>
              <a:defRPr>
                <a:solidFill>
                  <a:schemeClr val="tx1">
                    <a:alpha val="0"/>
                  </a:schemeClr>
                </a:solidFill>
              </a:defRPr>
            </a:lvl1pPr>
          </a:lstStyle>
          <a:p>
            <a:pPr lvl="0" rtl="0"/>
            <a:r>
              <a:rPr lang="nl-NL" noProof="0"/>
              <a:t>A</a:t>
            </a:r>
          </a:p>
        </p:txBody>
      </p:sp>
      <p:sp>
        <p:nvSpPr>
          <p:cNvPr id="7" name="Tijdelijke aanduiding voor dianumm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nl-NL" noProof="0" smtClean="0"/>
              <a:pPr rtl="0"/>
              <a:t>‹nr.›</a:t>
            </a:fld>
            <a:endParaRPr lang="nl-NL" noProof="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Afsluiting-Bedankt 1">
    <p:bg>
      <p:bgPr>
        <a:solidFill>
          <a:schemeClr val="bg1">
            <a:lumMod val="95000"/>
          </a:schemeClr>
        </a:solidFill>
        <a:effectLst/>
      </p:bgPr>
    </p:bg>
    <p:spTree>
      <p:nvGrpSpPr>
        <p:cNvPr id="1" name=""/>
        <p:cNvGrpSpPr/>
        <p:nvPr/>
      </p:nvGrpSpPr>
      <p:grpSpPr>
        <a:xfrm>
          <a:off x="0" y="0"/>
          <a:ext cx="0" cy="0"/>
          <a:chOff x="0" y="0"/>
          <a:chExt cx="0" cy="0"/>
        </a:xfrm>
      </p:grpSpPr>
      <p:sp>
        <p:nvSpPr>
          <p:cNvPr id="53" name="Tijdelijke aanduiding voor tekst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rtl="0"/>
            <a:r>
              <a:rPr lang="nl-NL" noProof="0"/>
              <a:t>A</a:t>
            </a:r>
          </a:p>
        </p:txBody>
      </p:sp>
      <p:sp>
        <p:nvSpPr>
          <p:cNvPr id="48" name="Vrije vorm: Vorm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49" name="Vrije vorm: Vorm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nl-NL" noProof="0"/>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1378135" y="1219200"/>
            <a:ext cx="7232465" cy="903638"/>
          </a:xfrm>
        </p:spPr>
        <p:txBody>
          <a:bodyPr rtlCol="0" anchor="t">
            <a:normAutofit/>
          </a:bodyPr>
          <a:lstStyle>
            <a:lvl1pPr algn="l">
              <a:defRPr lang="en-US" sz="5000" kern="1200" cap="all" spc="100" baseline="0" dirty="0">
                <a:solidFill>
                  <a:srgbClr val="2C2E52"/>
                </a:solidFill>
                <a:latin typeface="+mj-lt"/>
                <a:ea typeface="+mj-ea"/>
                <a:cs typeface="+mj-cs"/>
              </a:defRPr>
            </a:lvl1pPr>
          </a:lstStyle>
          <a:p>
            <a:pPr rtl="0"/>
            <a:r>
              <a:rPr lang="nl-NL" noProof="0"/>
              <a:t>BEDANKT</a:t>
            </a:r>
          </a:p>
        </p:txBody>
      </p:sp>
      <p:sp>
        <p:nvSpPr>
          <p:cNvPr id="33" name="Rechthoek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nl-NL" noProof="0"/>
          </a:p>
        </p:txBody>
      </p:sp>
      <p:sp>
        <p:nvSpPr>
          <p:cNvPr id="19" name="Tijdelijke aanduiding voor afbeelding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rtlCol="0" anchor="ctr">
            <a:noAutofit/>
          </a:bodyPr>
          <a:lstStyle>
            <a:lvl1pPr marL="0" indent="0" algn="ctr">
              <a:buNone/>
              <a:defRPr/>
            </a:lvl1pPr>
          </a:lstStyle>
          <a:p>
            <a:pPr rtl="0"/>
            <a:r>
              <a:rPr lang="nl-NL" noProof="0"/>
              <a:t>Afbeelding invoegen</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Afsluiting-Bedankt 2">
    <p:spTree>
      <p:nvGrpSpPr>
        <p:cNvPr id="1" name=""/>
        <p:cNvGrpSpPr/>
        <p:nvPr/>
      </p:nvGrpSpPr>
      <p:grpSpPr>
        <a:xfrm>
          <a:off x="0" y="0"/>
          <a:ext cx="0" cy="0"/>
          <a:chOff x="0" y="0"/>
          <a:chExt cx="0" cy="0"/>
        </a:xfrm>
      </p:grpSpPr>
      <p:sp>
        <p:nvSpPr>
          <p:cNvPr id="26" name="Tijdelijke aanduiding voor afbeelding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rtlCol="0" anchor="ctr">
            <a:noAutofit/>
          </a:bodyPr>
          <a:lstStyle>
            <a:lvl1pPr marL="0" indent="0" algn="ctr">
              <a:buNone/>
              <a:defRPr/>
            </a:lvl1pPr>
          </a:lstStyle>
          <a:p>
            <a:pPr rtl="0"/>
            <a:r>
              <a:rPr lang="nl-NL" noProof="0"/>
              <a:t>Afbeelding invoegen</a:t>
            </a:r>
          </a:p>
        </p:txBody>
      </p:sp>
      <p:sp>
        <p:nvSpPr>
          <p:cNvPr id="27" name="Tijdelijke aanduiding voor tekst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4" name="Tijdelijke aanduiding voor tekst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rtlCol="0">
            <a:noAutofit/>
          </a:bodyPr>
          <a:lstStyle>
            <a:lvl1pPr marL="0" indent="0" algn="ctr">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3163809" y="1905000"/>
            <a:ext cx="5864382" cy="2275238"/>
          </a:xfrm>
        </p:spPr>
        <p:txBody>
          <a:bodyPr rtlCol="0" anchor="ctr">
            <a:normAutofit/>
          </a:bodyPr>
          <a:lstStyle>
            <a:lvl1pPr algn="ctr">
              <a:defRPr lang="en-US" sz="5000" kern="1200" cap="all" spc="100" baseline="0" dirty="0">
                <a:solidFill>
                  <a:schemeClr val="bg1"/>
                </a:solidFill>
                <a:latin typeface="+mj-lt"/>
                <a:ea typeface="+mj-ea"/>
                <a:cs typeface="+mj-cs"/>
              </a:defRPr>
            </a:lvl1pPr>
          </a:lstStyle>
          <a:p>
            <a:pPr rtl="0"/>
            <a:r>
              <a:rPr lang="nl-NL" noProof="0"/>
              <a:t>BEDANKT</a:t>
            </a:r>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Afsluiting-Bedankt 3">
    <p:bg>
      <p:bgPr>
        <a:solidFill>
          <a:schemeClr val="bg1">
            <a:lumMod val="95000"/>
          </a:schemeClr>
        </a:solidFill>
        <a:effectLst/>
      </p:bgPr>
    </p:bg>
    <p:spTree>
      <p:nvGrpSpPr>
        <p:cNvPr id="1" name=""/>
        <p:cNvGrpSpPr/>
        <p:nvPr/>
      </p:nvGrpSpPr>
      <p:grpSpPr>
        <a:xfrm>
          <a:off x="0" y="0"/>
          <a:ext cx="0" cy="0"/>
          <a:chOff x="0" y="0"/>
          <a:chExt cx="0" cy="0"/>
        </a:xfrm>
      </p:grpSpPr>
      <p:sp>
        <p:nvSpPr>
          <p:cNvPr id="19" name="Tijdelijke aanduiding voor afbeelding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rtlCol="0" anchor="ctr">
            <a:noAutofit/>
          </a:bodyPr>
          <a:lstStyle>
            <a:lvl1pPr marL="0" indent="0" algn="ctr">
              <a:buNone/>
              <a:defRPr/>
            </a:lvl1pPr>
          </a:lstStyle>
          <a:p>
            <a:pPr rtl="0"/>
            <a:r>
              <a:rPr lang="nl-NL" noProof="0"/>
              <a:t>Afbeelding invoegen</a:t>
            </a:r>
          </a:p>
        </p:txBody>
      </p:sp>
      <p:sp>
        <p:nvSpPr>
          <p:cNvPr id="7" name="Tijdelijke aanduiding voor tekst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2" name="Tijdelijke aanduiding voor tekst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10" name="Tijdelijke aanduiding voor tekst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rtlCol="0"/>
          <a:lstStyle>
            <a:lvl1pPr marL="0" indent="0" algn="ctr">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3163809" y="1905000"/>
            <a:ext cx="5864382" cy="2275238"/>
          </a:xfrm>
        </p:spPr>
        <p:txBody>
          <a:bodyPr rtlCol="0" anchor="ctr">
            <a:normAutofit/>
          </a:bodyPr>
          <a:lstStyle>
            <a:lvl1pPr algn="ctr">
              <a:defRPr lang="en-US" sz="5000" kern="1200" cap="all" spc="100" baseline="0" dirty="0">
                <a:solidFill>
                  <a:schemeClr val="bg1"/>
                </a:solidFill>
                <a:latin typeface="+mj-lt"/>
                <a:ea typeface="+mj-ea"/>
                <a:cs typeface="+mj-cs"/>
              </a:defRPr>
            </a:lvl1pPr>
          </a:lstStyle>
          <a:p>
            <a:pPr rtl="0"/>
            <a:r>
              <a:rPr lang="nl-NL" noProof="0"/>
              <a:t>BEDANKT</a:t>
            </a:r>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Afsluiting-Bedankt 4">
    <p:bg>
      <p:bgPr>
        <a:solidFill>
          <a:schemeClr val="bg1">
            <a:lumMod val="95000"/>
          </a:schemeClr>
        </a:solidFill>
        <a:effectLst/>
      </p:bgPr>
    </p:bg>
    <p:spTree>
      <p:nvGrpSpPr>
        <p:cNvPr id="1" name=""/>
        <p:cNvGrpSpPr/>
        <p:nvPr/>
      </p:nvGrpSpPr>
      <p:grpSpPr>
        <a:xfrm>
          <a:off x="0" y="0"/>
          <a:ext cx="0" cy="0"/>
          <a:chOff x="0" y="0"/>
          <a:chExt cx="0" cy="0"/>
        </a:xfrm>
      </p:grpSpPr>
      <p:sp>
        <p:nvSpPr>
          <p:cNvPr id="22" name="Tijdelijke aanduiding voor tekst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rtlCol="0">
            <a:noAutofit/>
          </a:bodyPr>
          <a:lstStyle>
            <a:lvl1pPr marL="0" indent="0">
              <a:buNone/>
              <a:defRPr>
                <a:solidFill>
                  <a:schemeClr val="tx1">
                    <a:alpha val="0"/>
                  </a:schemeClr>
                </a:solidFill>
              </a:defRPr>
            </a:lvl1pPr>
          </a:lstStyle>
          <a:p>
            <a:pPr lvl="0" rtl="0"/>
            <a:r>
              <a:rPr lang="nl-NL" noProof="0"/>
              <a:t>A</a:t>
            </a:r>
          </a:p>
        </p:txBody>
      </p:sp>
      <p:sp>
        <p:nvSpPr>
          <p:cNvPr id="15" name="Tijdelijke aanduiding voor afbeelding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rtlCol="0" anchor="ctr">
            <a:noAutofit/>
          </a:bodyPr>
          <a:lstStyle>
            <a:lvl1pPr marL="0" indent="0" algn="ctr">
              <a:buNone/>
              <a:defRPr/>
            </a:lvl1pPr>
          </a:lstStyle>
          <a:p>
            <a:pPr rtl="0"/>
            <a:r>
              <a:rPr lang="nl-NL" noProof="0"/>
              <a:t>Afbeelding invoegen</a:t>
            </a:r>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933450" y="762000"/>
            <a:ext cx="4381500" cy="3429000"/>
          </a:xfrm>
        </p:spPr>
        <p:txBody>
          <a:bodyPr rtlCol="0" anchor="ctr">
            <a:normAutofit/>
          </a:bodyPr>
          <a:lstStyle>
            <a:lvl1pPr algn="ctr">
              <a:defRPr sz="5000" spc="200" baseline="0"/>
            </a:lvl1pPr>
          </a:lstStyle>
          <a:p>
            <a:pPr rtl="0"/>
            <a:r>
              <a:rPr lang="nl-NL" noProof="0"/>
              <a:t>BEDANKT</a:t>
            </a:r>
          </a:p>
        </p:txBody>
      </p:sp>
      <p:sp>
        <p:nvSpPr>
          <p:cNvPr id="7" name="Tijdelijke aanduiding voor tekst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Afsluiting-Bedankt 5">
    <p:spTree>
      <p:nvGrpSpPr>
        <p:cNvPr id="1" name=""/>
        <p:cNvGrpSpPr/>
        <p:nvPr/>
      </p:nvGrpSpPr>
      <p:grpSpPr>
        <a:xfrm>
          <a:off x="0" y="0"/>
          <a:ext cx="0" cy="0"/>
          <a:chOff x="0" y="0"/>
          <a:chExt cx="0" cy="0"/>
        </a:xfrm>
      </p:grpSpPr>
      <p:sp>
        <p:nvSpPr>
          <p:cNvPr id="11" name="Tijdelijke aanduiding voor afbeelding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rtlCol="0" anchor="ctr">
            <a:noAutofit/>
          </a:bodyPr>
          <a:lstStyle>
            <a:lvl1pPr marL="0" indent="0" algn="ctr">
              <a:buNone/>
              <a:defRPr/>
            </a:lvl1pPr>
          </a:lstStyle>
          <a:p>
            <a:pPr rtl="0"/>
            <a:r>
              <a:rPr lang="nl-NL" noProof="0"/>
              <a:t>Afbeelding invoegen</a:t>
            </a:r>
          </a:p>
        </p:txBody>
      </p:sp>
      <p:sp>
        <p:nvSpPr>
          <p:cNvPr id="17" name="Tijdelijke aanduiding voor tekst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2" name="Titel 1"/>
          <p:cNvSpPr>
            <a:spLocks noGrp="1"/>
          </p:cNvSpPr>
          <p:nvPr>
            <p:ph type="ctrTitle" hasCustomPrompt="1"/>
          </p:nvPr>
        </p:nvSpPr>
        <p:spPr>
          <a:xfrm>
            <a:off x="1257300" y="1447800"/>
            <a:ext cx="4114800" cy="3962400"/>
          </a:xfrm>
        </p:spPr>
        <p:txBody>
          <a:bodyPr rtlCol="0" anchor="ctr">
            <a:normAutofit/>
          </a:bodyPr>
          <a:lstStyle>
            <a:lvl1pPr algn="ctr">
              <a:defRPr sz="5000" spc="200" baseline="0"/>
            </a:lvl1pPr>
          </a:lstStyle>
          <a:p>
            <a:pPr rtl="0"/>
            <a:r>
              <a:rPr lang="nl-NL" noProof="0"/>
              <a:t>BEDANKT</a:t>
            </a:r>
          </a:p>
        </p:txBody>
      </p:sp>
      <p:sp>
        <p:nvSpPr>
          <p:cNvPr id="7" name="Tijdelijke aanduiding voor tekst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
        <p:nvSpPr>
          <p:cNvPr id="8" name="Tijdelijke aanduiding voor tekst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nl-NL" noProof="0"/>
              <a:t>A</a:t>
            </a:r>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pPr rtl="0"/>
            <a:r>
              <a:rPr lang="nl-NL" noProof="0"/>
              <a:t>Klik om de titelstijl van het model te bewerken</a:t>
            </a:r>
          </a:p>
        </p:txBody>
      </p:sp>
      <p:sp>
        <p:nvSpPr>
          <p:cNvPr id="3" name="Tijdelijke aanduiding voor tekst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sldNum="0" hd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jp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hyperlink" Target="https://www.wallpaperflare.com/security-solutions-global-security-online-security-house-security-wallpaper-aavkc/download/1360x768" TargetMode="External"/><Relationship Id="rId2" Type="http://schemas.openxmlformats.org/officeDocument/2006/relationships/image" Target="../media/image14.jpg"/><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6.xml"/><Relationship Id="rId4" Type="http://schemas.openxmlformats.org/officeDocument/2006/relationships/hyperlink" Target="https://pixabay.com/nl/vinkje-maatstreepjes-check-1292787/"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7.xml"/></Relationships>
</file>

<file path=ppt/slides/_rels/slide14.xml.rels><?xml version="1.0" encoding="UTF-8" standalone="yes"?>
<Relationships xmlns="http://schemas.openxmlformats.org/package/2006/relationships"><Relationship Id="rId2" Type="http://schemas.openxmlformats.org/officeDocument/2006/relationships/hyperlink" Target="https://pypi.org/project/dbl-sat-sdk/" TargetMode="External"/><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 Id="rId4" Type="http://schemas.openxmlformats.org/officeDocument/2006/relationships/image" Target="../media/image30.jpeg"/></Relationships>
</file>

<file path=ppt/slides/_rels/slide2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hyperlink" Target="https://pxhere.com/nl/photo/1417468" TargetMode="External"/><Relationship Id="rId2" Type="http://schemas.openxmlformats.org/officeDocument/2006/relationships/image" Target="../media/image42.jpg"/><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1.xml"/><Relationship Id="rId4" Type="http://schemas.openxmlformats.org/officeDocument/2006/relationships/image" Target="../media/image3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7.xml"/></Relationships>
</file>

<file path=ppt/slides/_rels/slide32.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5.xml"/><Relationship Id="rId1" Type="http://schemas.openxmlformats.org/officeDocument/2006/relationships/slideLayout" Target="../slideLayouts/slideLayout47.xml"/><Relationship Id="rId4" Type="http://schemas.openxmlformats.org/officeDocument/2006/relationships/hyperlink" Target="https://pxhere.com/ko/photo/1374205"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learn.microsoft.com/en-us/security/benchmark/azure/overview" TargetMode="Externa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xml"/><Relationship Id="rId1" Type="http://schemas.openxmlformats.org/officeDocument/2006/relationships/slideLayout" Target="../slideLayouts/slideLayout4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8" Type="http://schemas.openxmlformats.org/officeDocument/2006/relationships/hyperlink" Target="https://github.com/databricks/databricks-asset-bundles-dais2023" TargetMode="External"/><Relationship Id="rId13" Type="http://schemas.openxmlformats.org/officeDocument/2006/relationships/image" Target="../media/image59.svg"/><Relationship Id="rId3" Type="http://schemas.openxmlformats.org/officeDocument/2006/relationships/hyperlink" Target="https://www.databricks.com/blog/announcing-security-analysis-tool-sat" TargetMode="External"/><Relationship Id="rId7" Type="http://schemas.openxmlformats.org/officeDocument/2006/relationships/hyperlink" Target="https://github.com/databricks-industry-solutions/security-analysis-tool" TargetMode="External"/><Relationship Id="rId12"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github.com/databricks" TargetMode="External"/><Relationship Id="rId11" Type="http://schemas.openxmlformats.org/officeDocument/2006/relationships/hyperlink" Target="https://learn.microsoft.com/en-us/security/benchmark/azure/baselines/azure-databricks-security-baseline" TargetMode="External"/><Relationship Id="rId5" Type="http://schemas.openxmlformats.org/officeDocument/2006/relationships/hyperlink" Target="https://pypi.org/project/dbl-sat-sdk/" TargetMode="External"/><Relationship Id="rId10" Type="http://schemas.openxmlformats.org/officeDocument/2006/relationships/hyperlink" Target="https://learn.microsoft.com/en-us/azure/databricks/dev-tools/bundles/variables" TargetMode="External"/><Relationship Id="rId4" Type="http://schemas.openxmlformats.org/officeDocument/2006/relationships/hyperlink" Target="https://databricks-industry-solutions.github.io/security-analysis-tool/docs/installation/standard/azure/" TargetMode="External"/><Relationship Id="rId9" Type="http://schemas.openxmlformats.org/officeDocument/2006/relationships/hyperlink" Target="https://learn.microsoft.com/en-us/azure/databricks/dev-tools/bundles/"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60.png"/><Relationship Id="rId5" Type="http://schemas.openxmlformats.org/officeDocument/2006/relationships/image" Target="../media/image7.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1.png"/><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image" Target="../media/image60.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Tijdelijke aanduiding voor afbeelding 4">
            <a:extLst>
              <a:ext uri="{FF2B5EF4-FFF2-40B4-BE49-F238E27FC236}">
                <a16:creationId xmlns:a16="http://schemas.microsoft.com/office/drawing/2014/main" id="{09890287-4DB6-4C87-AEAF-17E9594F401B}"/>
              </a:ext>
              <a:ext uri="{C183D7F6-B498-43B3-948B-1728B52AA6E4}">
                <adec:decorative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ijdelijke aanduiding voor tekst 284">
            <a:extLst>
              <a:ext uri="{FF2B5EF4-FFF2-40B4-BE49-F238E27FC236}">
                <a16:creationId xmlns:a16="http://schemas.microsoft.com/office/drawing/2014/main" id="{C0BF9B80-F084-4423-8C1C-E79BE829875F}"/>
              </a:ext>
              <a:ext uri="{C183D7F6-B498-43B3-948B-1728B52AA6E4}">
                <adec:decorative xmlns:adec="http://schemas.microsoft.com/office/drawing/2017/decorative" val="1"/>
              </a:ext>
            </a:extLst>
          </p:cNvPr>
          <p:cNvSpPr>
            <a:spLocks noGrp="1"/>
          </p:cNvSpPr>
          <p:nvPr>
            <p:ph type="body" sz="quarter" idx="13"/>
          </p:nvPr>
        </p:nvSpPr>
        <p:spPr/>
        <p:txBody>
          <a:bodyPr rtlCol="0"/>
          <a:lstStyle/>
          <a:p>
            <a:pPr rtl="0"/>
            <a:endParaRPr lang="en-NL" noProof="0" dirty="0"/>
          </a:p>
        </p:txBody>
      </p:sp>
      <p:sp>
        <p:nvSpPr>
          <p:cNvPr id="286" name="Tijdelijke aanduiding voor tekst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p:txBody>
          <a:bodyPr rtlCol="0"/>
          <a:lstStyle/>
          <a:p>
            <a:pPr rtl="0"/>
            <a:endParaRPr lang="en-NL" noProof="0" dirty="0"/>
          </a:p>
        </p:txBody>
      </p:sp>
      <p:sp>
        <p:nvSpPr>
          <p:cNvPr id="6" name="Titel 5">
            <a:extLst>
              <a:ext uri="{FF2B5EF4-FFF2-40B4-BE49-F238E27FC236}">
                <a16:creationId xmlns:a16="http://schemas.microsoft.com/office/drawing/2014/main" id="{3933031D-018B-489E-B613-2113C1CD2360}"/>
              </a:ext>
            </a:extLst>
          </p:cNvPr>
          <p:cNvSpPr>
            <a:spLocks noGrp="1"/>
          </p:cNvSpPr>
          <p:nvPr>
            <p:ph type="ctrTitle"/>
          </p:nvPr>
        </p:nvSpPr>
        <p:spPr>
          <a:xfrm>
            <a:off x="2304393" y="1411084"/>
            <a:ext cx="4169953" cy="2864160"/>
          </a:xfrm>
        </p:spPr>
        <p:txBody>
          <a:bodyPr rtlCol="0">
            <a:normAutofit/>
          </a:bodyPr>
          <a:lstStyle/>
          <a:p>
            <a:r>
              <a:rPr lang="en-NL" sz="4800" noProof="0" dirty="0"/>
              <a:t>How secure is your Azure Databricks? </a:t>
            </a:r>
            <a:br>
              <a:rPr lang="en-NL" sz="4800" noProof="0" dirty="0"/>
            </a:br>
            <a:r>
              <a:rPr lang="en-NL" sz="4800" noProof="0" dirty="0"/>
              <a:t>Let’s find out</a:t>
            </a:r>
            <a:endParaRPr lang="en-NL" noProof="0" dirty="0"/>
          </a:p>
        </p:txBody>
      </p:sp>
      <p:sp>
        <p:nvSpPr>
          <p:cNvPr id="7" name="Subtitel 6">
            <a:extLst>
              <a:ext uri="{FF2B5EF4-FFF2-40B4-BE49-F238E27FC236}">
                <a16:creationId xmlns:a16="http://schemas.microsoft.com/office/drawing/2014/main" id="{606F8B2E-A7F5-4413-BEED-BFF7C3D9FF78}"/>
              </a:ext>
            </a:extLst>
          </p:cNvPr>
          <p:cNvSpPr>
            <a:spLocks noGrp="1"/>
          </p:cNvSpPr>
          <p:nvPr>
            <p:ph type="subTitle" idx="1"/>
          </p:nvPr>
        </p:nvSpPr>
        <p:spPr>
          <a:xfrm>
            <a:off x="2609315" y="4365795"/>
            <a:ext cx="3560107" cy="787505"/>
          </a:xfrm>
        </p:spPr>
        <p:txBody>
          <a:bodyPr rtlCol="0"/>
          <a:lstStyle/>
          <a:p>
            <a:pPr rtl="0"/>
            <a:r>
              <a:rPr lang="en-NL" noProof="0" dirty="0"/>
              <a:t>Fabian Gutierrez Ardts</a:t>
            </a:r>
          </a:p>
          <a:p>
            <a:pPr rtl="0"/>
            <a:r>
              <a:rPr lang="en-NL" noProof="0" dirty="0"/>
              <a:t>Data Saturday Oslo 2025</a:t>
            </a:r>
          </a:p>
        </p:txBody>
      </p:sp>
      <p:pic>
        <p:nvPicPr>
          <p:cNvPr id="3" name="Afbeelding 2" descr="Afbeelding met tekst, schermopname, Elektrisch blauw, Lettertype&#10;&#10;Door AI gegenereerde inhoud is mogelijk onjuist.">
            <a:extLst>
              <a:ext uri="{FF2B5EF4-FFF2-40B4-BE49-F238E27FC236}">
                <a16:creationId xmlns:a16="http://schemas.microsoft.com/office/drawing/2014/main" id="{7228DB56-0E15-6956-3D41-9B9B54BC6BA1}"/>
              </a:ext>
            </a:extLst>
          </p:cNvPr>
          <p:cNvPicPr>
            <a:picLocks noChangeAspect="1"/>
          </p:cNvPicPr>
          <p:nvPr/>
        </p:nvPicPr>
        <p:blipFill>
          <a:blip r:embed="rId4"/>
          <a:stretch>
            <a:fillRect/>
          </a:stretch>
        </p:blipFill>
        <p:spPr>
          <a:xfrm>
            <a:off x="6396040" y="1547285"/>
            <a:ext cx="3356992" cy="3356992"/>
          </a:xfrm>
          <a:prstGeom prst="rect">
            <a:avLst/>
          </a:prstGeom>
        </p:spPr>
      </p:pic>
      <p:cxnSp>
        <p:nvCxnSpPr>
          <p:cNvPr id="8" name="Rechte verbindingslijn 7">
            <a:extLst>
              <a:ext uri="{FF2B5EF4-FFF2-40B4-BE49-F238E27FC236}">
                <a16:creationId xmlns:a16="http://schemas.microsoft.com/office/drawing/2014/main" id="{1A29B59B-2F52-BCD2-E467-51A697A61603}"/>
              </a:ext>
            </a:extLst>
          </p:cNvPr>
          <p:cNvCxnSpPr>
            <a:cxnSpLocks/>
          </p:cNvCxnSpPr>
          <p:nvPr/>
        </p:nvCxnSpPr>
        <p:spPr>
          <a:xfrm flipH="1">
            <a:off x="2749501" y="4221088"/>
            <a:ext cx="32797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22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1">
            <a:extLst>
              <a:ext uri="{FF2B5EF4-FFF2-40B4-BE49-F238E27FC236}">
                <a16:creationId xmlns:a16="http://schemas.microsoft.com/office/drawing/2014/main" id="{6F1D9A7F-788C-0076-1859-96B61A1A1C2E}"/>
              </a:ext>
            </a:extLst>
          </p:cNvPr>
          <p:cNvSpPr txBox="1">
            <a:spLocks/>
          </p:cNvSpPr>
          <p:nvPr/>
        </p:nvSpPr>
        <p:spPr>
          <a:xfrm>
            <a:off x="1149020" y="378775"/>
            <a:ext cx="6266404" cy="10070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L" noProof="0" dirty="0"/>
              <a:t>Fabian Gutierrez Ardts</a:t>
            </a:r>
          </a:p>
        </p:txBody>
      </p:sp>
      <p:pic>
        <p:nvPicPr>
          <p:cNvPr id="16" name="Tijdelijke aanduiding voor inhoud 26" descr="Afbeelding met Menselijk gezicht, persoon, glimlach, kleding&#10;&#10;Door AI gegenereerde inhoud is mogelijk onjuist.">
            <a:extLst>
              <a:ext uri="{FF2B5EF4-FFF2-40B4-BE49-F238E27FC236}">
                <a16:creationId xmlns:a16="http://schemas.microsoft.com/office/drawing/2014/main" id="{F9BBEDE3-B550-F192-91F9-1DAD3E81F8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6240" y="1739386"/>
            <a:ext cx="2955451" cy="335223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7" name="Picture 2">
            <a:extLst>
              <a:ext uri="{FF2B5EF4-FFF2-40B4-BE49-F238E27FC236}">
                <a16:creationId xmlns:a16="http://schemas.microsoft.com/office/drawing/2014/main" id="{B98ADEB6-561B-1C68-B30E-A68788C4ED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775" y="3730626"/>
            <a:ext cx="425731" cy="42573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X icon - Free Download PNG &amp; SVG ...">
            <a:extLst>
              <a:ext uri="{FF2B5EF4-FFF2-40B4-BE49-F238E27FC236}">
                <a16:creationId xmlns:a16="http://schemas.microsoft.com/office/drawing/2014/main" id="{5D98BEDA-6A48-67A0-DC76-9DA64D64FF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729" y="4396596"/>
            <a:ext cx="429083" cy="42908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Github Logo - Free social media icons">
            <a:extLst>
              <a:ext uri="{FF2B5EF4-FFF2-40B4-BE49-F238E27FC236}">
                <a16:creationId xmlns:a16="http://schemas.microsoft.com/office/drawing/2014/main" id="{E37D8B56-2708-EFAD-6A84-A845DC1A6B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775" y="5081065"/>
            <a:ext cx="429083" cy="429083"/>
          </a:xfrm>
          <a:prstGeom prst="rect">
            <a:avLst/>
          </a:prstGeom>
          <a:noFill/>
          <a:extLst>
            <a:ext uri="{909E8E84-426E-40DD-AFC4-6F175D3DCCD1}">
              <a14:hiddenFill xmlns:a14="http://schemas.microsoft.com/office/drawing/2010/main">
                <a:solidFill>
                  <a:srgbClr val="FFFFFF"/>
                </a:solidFill>
              </a14:hiddenFill>
            </a:ext>
          </a:extLst>
        </p:spPr>
      </p:pic>
      <p:sp>
        <p:nvSpPr>
          <p:cNvPr id="20" name="Tekstvak 19">
            <a:extLst>
              <a:ext uri="{FF2B5EF4-FFF2-40B4-BE49-F238E27FC236}">
                <a16:creationId xmlns:a16="http://schemas.microsoft.com/office/drawing/2014/main" id="{5DAC3635-1295-C1DC-2571-970BFBA7D562}"/>
              </a:ext>
            </a:extLst>
          </p:cNvPr>
          <p:cNvSpPr txBox="1"/>
          <p:nvPr/>
        </p:nvSpPr>
        <p:spPr>
          <a:xfrm>
            <a:off x="1570405" y="3758825"/>
            <a:ext cx="3998215" cy="369332"/>
          </a:xfrm>
          <a:prstGeom prst="rect">
            <a:avLst/>
          </a:prstGeom>
          <a:noFill/>
        </p:spPr>
        <p:txBody>
          <a:bodyPr wrap="square" rtlCol="0">
            <a:spAutoFit/>
          </a:bodyPr>
          <a:lstStyle/>
          <a:p>
            <a:r>
              <a:rPr lang="en-NL" noProof="0" dirty="0"/>
              <a:t>linkedin.com/in/</a:t>
            </a:r>
            <a:r>
              <a:rPr lang="en-NL" noProof="0" dirty="0" err="1"/>
              <a:t>fabiangutierrezardts</a:t>
            </a:r>
            <a:r>
              <a:rPr lang="en-NL" noProof="0" dirty="0"/>
              <a:t>/</a:t>
            </a:r>
          </a:p>
        </p:txBody>
      </p:sp>
      <p:sp>
        <p:nvSpPr>
          <p:cNvPr id="21" name="Tekstvak 20">
            <a:extLst>
              <a:ext uri="{FF2B5EF4-FFF2-40B4-BE49-F238E27FC236}">
                <a16:creationId xmlns:a16="http://schemas.microsoft.com/office/drawing/2014/main" id="{C89E6A93-7DFB-AD0D-099B-AD605A36705C}"/>
              </a:ext>
            </a:extLst>
          </p:cNvPr>
          <p:cNvSpPr txBox="1"/>
          <p:nvPr/>
        </p:nvSpPr>
        <p:spPr>
          <a:xfrm>
            <a:off x="1547807" y="4426471"/>
            <a:ext cx="5227721" cy="369332"/>
          </a:xfrm>
          <a:prstGeom prst="rect">
            <a:avLst/>
          </a:prstGeom>
          <a:noFill/>
        </p:spPr>
        <p:txBody>
          <a:bodyPr wrap="square" rtlCol="0">
            <a:spAutoFit/>
          </a:bodyPr>
          <a:lstStyle/>
          <a:p>
            <a:r>
              <a:rPr lang="en-NL" noProof="0" dirty="0"/>
              <a:t>@FreeYourDataCon</a:t>
            </a:r>
          </a:p>
        </p:txBody>
      </p:sp>
      <p:sp>
        <p:nvSpPr>
          <p:cNvPr id="22" name="Tekstvak 21">
            <a:extLst>
              <a:ext uri="{FF2B5EF4-FFF2-40B4-BE49-F238E27FC236}">
                <a16:creationId xmlns:a16="http://schemas.microsoft.com/office/drawing/2014/main" id="{2E00B8D0-7DF2-17CF-A2CA-3B3BDE021AB5}"/>
              </a:ext>
            </a:extLst>
          </p:cNvPr>
          <p:cNvSpPr txBox="1"/>
          <p:nvPr/>
        </p:nvSpPr>
        <p:spPr>
          <a:xfrm>
            <a:off x="1601949" y="5110940"/>
            <a:ext cx="5227721" cy="369332"/>
          </a:xfrm>
          <a:prstGeom prst="rect">
            <a:avLst/>
          </a:prstGeom>
          <a:noFill/>
        </p:spPr>
        <p:txBody>
          <a:bodyPr wrap="square" rtlCol="0">
            <a:spAutoFit/>
          </a:bodyPr>
          <a:lstStyle/>
          <a:p>
            <a:r>
              <a:rPr lang="en-NL" noProof="0" dirty="0"/>
              <a:t>github.com/</a:t>
            </a:r>
            <a:r>
              <a:rPr lang="en-NL" noProof="0" dirty="0" err="1"/>
              <a:t>FreeYourData</a:t>
            </a:r>
            <a:endParaRPr lang="en-NL" noProof="0" dirty="0"/>
          </a:p>
        </p:txBody>
      </p:sp>
      <p:pic>
        <p:nvPicPr>
          <p:cNvPr id="23" name="Picture 10" descr="The Importance of Website Icons ...">
            <a:extLst>
              <a:ext uri="{FF2B5EF4-FFF2-40B4-BE49-F238E27FC236}">
                <a16:creationId xmlns:a16="http://schemas.microsoft.com/office/drawing/2014/main" id="{8099EFF5-B7BA-9529-4C73-1DC7B8B010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775" y="5772464"/>
            <a:ext cx="527722" cy="527722"/>
          </a:xfrm>
          <a:prstGeom prst="rect">
            <a:avLst/>
          </a:prstGeom>
          <a:noFill/>
          <a:extLst>
            <a:ext uri="{909E8E84-426E-40DD-AFC4-6F175D3DCCD1}">
              <a14:hiddenFill xmlns:a14="http://schemas.microsoft.com/office/drawing/2010/main">
                <a:solidFill>
                  <a:srgbClr val="FFFFFF"/>
                </a:solidFill>
              </a14:hiddenFill>
            </a:ext>
          </a:extLst>
        </p:spPr>
      </p:pic>
      <p:sp>
        <p:nvSpPr>
          <p:cNvPr id="24" name="Tekstvak 23">
            <a:extLst>
              <a:ext uri="{FF2B5EF4-FFF2-40B4-BE49-F238E27FC236}">
                <a16:creationId xmlns:a16="http://schemas.microsoft.com/office/drawing/2014/main" id="{25230AD1-E15A-F609-6030-36D1B554D21D}"/>
              </a:ext>
            </a:extLst>
          </p:cNvPr>
          <p:cNvSpPr txBox="1"/>
          <p:nvPr/>
        </p:nvSpPr>
        <p:spPr>
          <a:xfrm>
            <a:off x="1601949" y="5851659"/>
            <a:ext cx="2099771" cy="369332"/>
          </a:xfrm>
          <a:prstGeom prst="rect">
            <a:avLst/>
          </a:prstGeom>
          <a:noFill/>
        </p:spPr>
        <p:txBody>
          <a:bodyPr wrap="square" rtlCol="0">
            <a:spAutoFit/>
          </a:bodyPr>
          <a:lstStyle/>
          <a:p>
            <a:r>
              <a:rPr lang="en-NL" noProof="0" dirty="0"/>
              <a:t>freeyourdata.nl</a:t>
            </a:r>
          </a:p>
        </p:txBody>
      </p:sp>
      <p:pic>
        <p:nvPicPr>
          <p:cNvPr id="25" name="Tijdelijke aanduiding voor inhoud 21" descr="Afbeelding met logo, Lettertype, Graphics, Elektrisch blauw&#10;&#10;Door AI gegenereerde inhoud is mogelijk onjuist.">
            <a:extLst>
              <a:ext uri="{FF2B5EF4-FFF2-40B4-BE49-F238E27FC236}">
                <a16:creationId xmlns:a16="http://schemas.microsoft.com/office/drawing/2014/main" id="{BDEE28D7-D5D6-9075-6438-75C81C5D6E8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36997" y="537514"/>
            <a:ext cx="2419945" cy="883044"/>
          </a:xfrm>
          <a:prstGeom prst="rect">
            <a:avLst/>
          </a:prstGeom>
        </p:spPr>
      </p:pic>
      <p:sp>
        <p:nvSpPr>
          <p:cNvPr id="26" name="Tekstvak 25">
            <a:extLst>
              <a:ext uri="{FF2B5EF4-FFF2-40B4-BE49-F238E27FC236}">
                <a16:creationId xmlns:a16="http://schemas.microsoft.com/office/drawing/2014/main" id="{A6F3518F-219F-BB64-D864-6012987A0AC4}"/>
              </a:ext>
            </a:extLst>
          </p:cNvPr>
          <p:cNvSpPr txBox="1"/>
          <p:nvPr/>
        </p:nvSpPr>
        <p:spPr>
          <a:xfrm>
            <a:off x="1173940" y="1159297"/>
            <a:ext cx="6216563" cy="369332"/>
          </a:xfrm>
          <a:prstGeom prst="rect">
            <a:avLst/>
          </a:prstGeom>
          <a:noFill/>
        </p:spPr>
        <p:txBody>
          <a:bodyPr wrap="square" rtlCol="0">
            <a:spAutoFit/>
          </a:bodyPr>
          <a:lstStyle/>
          <a:p>
            <a:r>
              <a:rPr lang="en-NL" noProof="0" dirty="0"/>
              <a:t>Consultant | Azure &amp; Databricks Data Engineer | Freelancer</a:t>
            </a:r>
          </a:p>
        </p:txBody>
      </p:sp>
      <p:pic>
        <p:nvPicPr>
          <p:cNvPr id="27" name="Afbeelding 26" descr="Afbeelding met tekst, schermopname, Lettertype, poster&#10;&#10;Door AI gegenereerde inhoud is mogelijk onjuist.">
            <a:extLst>
              <a:ext uri="{FF2B5EF4-FFF2-40B4-BE49-F238E27FC236}">
                <a16:creationId xmlns:a16="http://schemas.microsoft.com/office/drawing/2014/main" id="{8162386F-7F84-9F09-72BF-4107064BBC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88039" y="5398889"/>
            <a:ext cx="684116" cy="948897"/>
          </a:xfrm>
          <a:prstGeom prst="rect">
            <a:avLst/>
          </a:prstGeom>
        </p:spPr>
      </p:pic>
      <p:pic>
        <p:nvPicPr>
          <p:cNvPr id="28" name="Afbeelding 27" descr="Afbeelding met symbool, logo, tekst, embleem&#10;&#10;Door AI gegenereerde inhoud is mogelijk onjuist.">
            <a:extLst>
              <a:ext uri="{FF2B5EF4-FFF2-40B4-BE49-F238E27FC236}">
                <a16:creationId xmlns:a16="http://schemas.microsoft.com/office/drawing/2014/main" id="{41EB2642-4736-EDD8-02B9-2E70B7D57E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91913" y="5407416"/>
            <a:ext cx="918272" cy="918272"/>
          </a:xfrm>
          <a:prstGeom prst="rect">
            <a:avLst/>
          </a:prstGeom>
        </p:spPr>
      </p:pic>
      <p:pic>
        <p:nvPicPr>
          <p:cNvPr id="29" name="Afbeelding 28" descr="Afbeelding met ontwerp, tekenfilm, clipart&#10;&#10;Door AI gegenereerde inhoud is mogelijk onjuist.">
            <a:extLst>
              <a:ext uri="{FF2B5EF4-FFF2-40B4-BE49-F238E27FC236}">
                <a16:creationId xmlns:a16="http://schemas.microsoft.com/office/drawing/2014/main" id="{8047338A-6304-6053-CEF5-725355896BC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3729" y="3173341"/>
            <a:ext cx="529347" cy="369332"/>
          </a:xfrm>
          <a:prstGeom prst="rect">
            <a:avLst/>
          </a:prstGeom>
        </p:spPr>
      </p:pic>
      <p:sp>
        <p:nvSpPr>
          <p:cNvPr id="30" name="Tekstvak 29">
            <a:extLst>
              <a:ext uri="{FF2B5EF4-FFF2-40B4-BE49-F238E27FC236}">
                <a16:creationId xmlns:a16="http://schemas.microsoft.com/office/drawing/2014/main" id="{D0CC464B-BB19-5FFE-DBDE-AA72190BBF6B}"/>
              </a:ext>
            </a:extLst>
          </p:cNvPr>
          <p:cNvSpPr txBox="1"/>
          <p:nvPr/>
        </p:nvSpPr>
        <p:spPr>
          <a:xfrm>
            <a:off x="1570405" y="3173341"/>
            <a:ext cx="5845019" cy="369332"/>
          </a:xfrm>
          <a:prstGeom prst="rect">
            <a:avLst/>
          </a:prstGeom>
          <a:noFill/>
        </p:spPr>
        <p:txBody>
          <a:bodyPr wrap="square" rtlCol="0">
            <a:spAutoFit/>
          </a:bodyPr>
          <a:lstStyle/>
          <a:p>
            <a:r>
              <a:rPr lang="en-NL" noProof="0" dirty="0"/>
              <a:t>Data Communities, Outdoor activities &amp; travelling</a:t>
            </a:r>
          </a:p>
        </p:txBody>
      </p:sp>
      <p:pic>
        <p:nvPicPr>
          <p:cNvPr id="31" name="Picture 6" descr="Number 20 - Free education icons">
            <a:extLst>
              <a:ext uri="{FF2B5EF4-FFF2-40B4-BE49-F238E27FC236}">
                <a16:creationId xmlns:a16="http://schemas.microsoft.com/office/drawing/2014/main" id="{C8697E80-8FE6-A90E-9880-E0362F5E9D0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5518" y="2421053"/>
            <a:ext cx="486914" cy="486914"/>
          </a:xfrm>
          <a:prstGeom prst="rect">
            <a:avLst/>
          </a:prstGeom>
          <a:noFill/>
          <a:extLst>
            <a:ext uri="{909E8E84-426E-40DD-AFC4-6F175D3DCCD1}">
              <a14:hiddenFill xmlns:a14="http://schemas.microsoft.com/office/drawing/2010/main">
                <a:solidFill>
                  <a:srgbClr val="FFFFFF"/>
                </a:solidFill>
              </a14:hiddenFill>
            </a:ext>
          </a:extLst>
        </p:spPr>
      </p:pic>
      <p:sp>
        <p:nvSpPr>
          <p:cNvPr id="32" name="Tekstvak 31">
            <a:extLst>
              <a:ext uri="{FF2B5EF4-FFF2-40B4-BE49-F238E27FC236}">
                <a16:creationId xmlns:a16="http://schemas.microsoft.com/office/drawing/2014/main" id="{4937C9A8-72ED-8A12-C44B-B2FFF4A61526}"/>
              </a:ext>
            </a:extLst>
          </p:cNvPr>
          <p:cNvSpPr txBox="1"/>
          <p:nvPr/>
        </p:nvSpPr>
        <p:spPr>
          <a:xfrm>
            <a:off x="1570405" y="2479844"/>
            <a:ext cx="5845019" cy="369332"/>
          </a:xfrm>
          <a:prstGeom prst="rect">
            <a:avLst/>
          </a:prstGeom>
          <a:noFill/>
        </p:spPr>
        <p:txBody>
          <a:bodyPr wrap="square" rtlCol="0">
            <a:spAutoFit/>
          </a:bodyPr>
          <a:lstStyle/>
          <a:p>
            <a:r>
              <a:rPr lang="en-NL" noProof="0" dirty="0"/>
              <a:t>20 years in the IT world,  almost 15 years in Data world</a:t>
            </a:r>
          </a:p>
        </p:txBody>
      </p:sp>
    </p:spTree>
    <p:extLst>
      <p:ext uri="{BB962C8B-B14F-4D97-AF65-F5344CB8AC3E}">
        <p14:creationId xmlns:p14="http://schemas.microsoft.com/office/powerpoint/2010/main" val="1468572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Tijdelijke aanduiding voor afbeelding 11">
            <a:extLst>
              <a:ext uri="{FF2B5EF4-FFF2-40B4-BE49-F238E27FC236}">
                <a16:creationId xmlns:a16="http://schemas.microsoft.com/office/drawing/2014/main" id="{8A5972FB-2EC0-024E-818D-25BFF94B3230}"/>
              </a:ext>
            </a:extLst>
          </p:cNvPr>
          <p:cNvPicPr>
            <a:picLocks noGrp="1" noChangeAspect="1"/>
          </p:cNvPicPr>
          <p:nvPr>
            <p:ph type="pic" sz="quarter" idx="17"/>
          </p:nvPr>
        </p:nvPicPr>
        <p:blipFill>
          <a:blip r:embed="rId2">
            <a:extLst>
              <a:ext uri="{837473B0-CC2E-450A-ABE3-18F120FF3D39}">
                <a1611:picAttrSrcUrl xmlns:a1611="http://schemas.microsoft.com/office/drawing/2016/11/main" r:id="rId3"/>
              </a:ext>
            </a:extLst>
          </a:blip>
          <a:srcRect t="37103" b="37103"/>
          <a:stretch/>
        </p:blipFill>
        <p:spPr/>
      </p:pic>
      <p:sp>
        <p:nvSpPr>
          <p:cNvPr id="9" name="Tijdelijke aanduiding voor tekst 8">
            <a:extLst>
              <a:ext uri="{FF2B5EF4-FFF2-40B4-BE49-F238E27FC236}">
                <a16:creationId xmlns:a16="http://schemas.microsoft.com/office/drawing/2014/main" id="{A5BE783C-A7F2-83CE-538A-E742BE3D0EF7}"/>
              </a:ext>
            </a:extLst>
          </p:cNvPr>
          <p:cNvSpPr>
            <a:spLocks noGrp="1"/>
          </p:cNvSpPr>
          <p:nvPr>
            <p:ph type="body" sz="quarter" idx="18"/>
          </p:nvPr>
        </p:nvSpPr>
        <p:spPr/>
        <p:txBody>
          <a:bodyPr/>
          <a:lstStyle/>
          <a:p>
            <a:endParaRPr lang="en-NL" noProof="0" dirty="0"/>
          </a:p>
        </p:txBody>
      </p:sp>
      <p:sp>
        <p:nvSpPr>
          <p:cNvPr id="7" name="Titel 6">
            <a:extLst>
              <a:ext uri="{FF2B5EF4-FFF2-40B4-BE49-F238E27FC236}">
                <a16:creationId xmlns:a16="http://schemas.microsoft.com/office/drawing/2014/main" id="{623A2C67-B9A2-0700-355D-C0C784ABBC7E}"/>
              </a:ext>
            </a:extLst>
          </p:cNvPr>
          <p:cNvSpPr>
            <a:spLocks noGrp="1"/>
          </p:cNvSpPr>
          <p:nvPr>
            <p:ph type="title"/>
          </p:nvPr>
        </p:nvSpPr>
        <p:spPr>
          <a:xfrm>
            <a:off x="623392" y="280594"/>
            <a:ext cx="9144000" cy="854224"/>
          </a:xfrm>
        </p:spPr>
        <p:txBody>
          <a:bodyPr>
            <a:normAutofit fontScale="90000"/>
          </a:bodyPr>
          <a:lstStyle/>
          <a:p>
            <a:r>
              <a:rPr lang="en-NL" noProof="0" dirty="0"/>
              <a:t>Why talk about </a:t>
            </a:r>
            <a:r>
              <a:rPr lang="en-NL" noProof="0" dirty="0" err="1"/>
              <a:t>databricks</a:t>
            </a:r>
            <a:r>
              <a:rPr lang="en-NL" noProof="0" dirty="0"/>
              <a:t> SECURITY?</a:t>
            </a:r>
            <a:br>
              <a:rPr lang="en-NL" noProof="0" dirty="0"/>
            </a:br>
            <a:endParaRPr lang="en-NL" noProof="0" dirty="0"/>
          </a:p>
        </p:txBody>
      </p:sp>
      <p:sp>
        <p:nvSpPr>
          <p:cNvPr id="10" name="Tijdelijke aanduiding voor tekst 9">
            <a:extLst>
              <a:ext uri="{FF2B5EF4-FFF2-40B4-BE49-F238E27FC236}">
                <a16:creationId xmlns:a16="http://schemas.microsoft.com/office/drawing/2014/main" id="{014A576A-2D3B-A18F-2E12-205B9EC886AF}"/>
              </a:ext>
            </a:extLst>
          </p:cNvPr>
          <p:cNvSpPr>
            <a:spLocks noGrp="1"/>
          </p:cNvSpPr>
          <p:nvPr>
            <p:ph type="body" sz="quarter" idx="23"/>
          </p:nvPr>
        </p:nvSpPr>
        <p:spPr/>
        <p:txBody>
          <a:bodyPr/>
          <a:lstStyle/>
          <a:p>
            <a:endParaRPr lang="en-NL" noProof="0" dirty="0"/>
          </a:p>
        </p:txBody>
      </p:sp>
      <p:sp>
        <p:nvSpPr>
          <p:cNvPr id="13" name="Tekstvak 12">
            <a:extLst>
              <a:ext uri="{FF2B5EF4-FFF2-40B4-BE49-F238E27FC236}">
                <a16:creationId xmlns:a16="http://schemas.microsoft.com/office/drawing/2014/main" id="{B2CC44C6-BFA0-1AC5-1D1F-34DFD116FEE0}"/>
              </a:ext>
            </a:extLst>
          </p:cNvPr>
          <p:cNvSpPr txBox="1"/>
          <p:nvPr/>
        </p:nvSpPr>
        <p:spPr>
          <a:xfrm>
            <a:off x="1847528" y="1690148"/>
            <a:ext cx="9073008" cy="3416320"/>
          </a:xfrm>
          <a:prstGeom prst="rect">
            <a:avLst/>
          </a:prstGeom>
          <a:noFill/>
        </p:spPr>
        <p:txBody>
          <a:bodyPr wrap="square" rtlCol="0">
            <a:spAutoFit/>
          </a:bodyPr>
          <a:lstStyle/>
          <a:p>
            <a:r>
              <a:rPr lang="en-NL" sz="2400" noProof="0" dirty="0">
                <a:solidFill>
                  <a:schemeClr val="bg1"/>
                </a:solidFill>
              </a:rPr>
              <a:t>Working with my costumers, I came across several challenges trying to introduce or implement (Azure) Databricks when getting approval from C/ISO (Chief / Information Security Officer) and Architects.</a:t>
            </a:r>
          </a:p>
          <a:p>
            <a:endParaRPr lang="en-NL" sz="2400" noProof="0" dirty="0">
              <a:solidFill>
                <a:schemeClr val="bg1"/>
              </a:solidFill>
            </a:endParaRPr>
          </a:p>
          <a:p>
            <a:r>
              <a:rPr lang="en-NL" sz="2400" noProof="0" dirty="0">
                <a:solidFill>
                  <a:schemeClr val="bg1"/>
                </a:solidFill>
              </a:rPr>
              <a:t>Databricks and Microsoft provided me with valuable information and a powerful Tool to overcome this challenges so that I could collect and present evidence and gain approvals.</a:t>
            </a:r>
          </a:p>
          <a:p>
            <a:endParaRPr lang="en-NL" sz="2400" noProof="0" dirty="0">
              <a:solidFill>
                <a:schemeClr val="bg1"/>
              </a:solidFill>
            </a:endParaRPr>
          </a:p>
          <a:p>
            <a:endParaRPr lang="en-NL" sz="2400" noProof="0" dirty="0">
              <a:solidFill>
                <a:schemeClr val="bg1"/>
              </a:solidFill>
            </a:endParaRPr>
          </a:p>
        </p:txBody>
      </p:sp>
    </p:spTree>
    <p:extLst>
      <p:ext uri="{BB962C8B-B14F-4D97-AF65-F5344CB8AC3E}">
        <p14:creationId xmlns:p14="http://schemas.microsoft.com/office/powerpoint/2010/main" val="1314385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tekst 10">
            <a:extLst>
              <a:ext uri="{FF2B5EF4-FFF2-40B4-BE49-F238E27FC236}">
                <a16:creationId xmlns:a16="http://schemas.microsoft.com/office/drawing/2014/main" id="{9D2ECF31-728C-C5A1-E474-93BFB45E6CDD}"/>
              </a:ext>
            </a:extLst>
          </p:cNvPr>
          <p:cNvSpPr>
            <a:spLocks noGrp="1"/>
          </p:cNvSpPr>
          <p:nvPr>
            <p:ph type="body" sz="quarter" idx="21"/>
          </p:nvPr>
        </p:nvSpPr>
        <p:spPr/>
        <p:txBody>
          <a:bodyPr/>
          <a:lstStyle/>
          <a:p>
            <a:endParaRPr lang="en-NL" noProof="0" dirty="0"/>
          </a:p>
        </p:txBody>
      </p:sp>
      <p:sp>
        <p:nvSpPr>
          <p:cNvPr id="8" name="Tijdelijke aanduiding voor afbeelding 7">
            <a:extLst>
              <a:ext uri="{FF2B5EF4-FFF2-40B4-BE49-F238E27FC236}">
                <a16:creationId xmlns:a16="http://schemas.microsoft.com/office/drawing/2014/main" id="{C4BEEBFE-F1CE-7BBC-B918-1E371B7DE7F5}"/>
              </a:ext>
            </a:extLst>
          </p:cNvPr>
          <p:cNvSpPr>
            <a:spLocks noGrp="1"/>
          </p:cNvSpPr>
          <p:nvPr>
            <p:ph type="pic" sz="quarter" idx="11"/>
          </p:nvPr>
        </p:nvSpPr>
        <p:spPr/>
        <p:txBody>
          <a:bodyPr/>
          <a:lstStyle/>
          <a:p>
            <a:pPr marL="342900" indent="-342900" algn="l">
              <a:buFont typeface="Wingdings" panose="05000000000000000000" pitchFamily="2" charset="2"/>
              <a:buChar char="§"/>
            </a:pPr>
            <a:r>
              <a:rPr lang="en-NL" sz="4000" noProof="0" dirty="0">
                <a:solidFill>
                  <a:srgbClr val="1D9BA1"/>
                </a:solidFill>
              </a:rPr>
              <a:t>SAT Background</a:t>
            </a:r>
          </a:p>
          <a:p>
            <a:pPr marL="342900" indent="-342900" algn="l">
              <a:buFont typeface="Wingdings" panose="05000000000000000000" pitchFamily="2" charset="2"/>
              <a:buChar char="§"/>
            </a:pPr>
            <a:r>
              <a:rPr lang="en-NL" sz="4000" noProof="0" dirty="0">
                <a:solidFill>
                  <a:srgbClr val="1D9BA1"/>
                </a:solidFill>
              </a:rPr>
              <a:t>Let’s install SAT</a:t>
            </a:r>
          </a:p>
          <a:p>
            <a:pPr marL="342900" indent="-342900" algn="l">
              <a:buFont typeface="Wingdings" panose="05000000000000000000" pitchFamily="2" charset="2"/>
              <a:buChar char="§"/>
            </a:pPr>
            <a:r>
              <a:rPr lang="en-NL" sz="4000" noProof="0" dirty="0">
                <a:solidFill>
                  <a:srgbClr val="1D9BA1"/>
                </a:solidFill>
              </a:rPr>
              <a:t>Evaluate and stay up to date</a:t>
            </a:r>
          </a:p>
          <a:p>
            <a:pPr marL="342900" indent="-342900" algn="l">
              <a:buFont typeface="Wingdings" panose="05000000000000000000" pitchFamily="2" charset="2"/>
              <a:buChar char="§"/>
            </a:pPr>
            <a:r>
              <a:rPr lang="en-NL" sz="4000" noProof="0" dirty="0">
                <a:solidFill>
                  <a:srgbClr val="1D9BA1"/>
                </a:solidFill>
              </a:rPr>
              <a:t>Extra Security Measurements</a:t>
            </a:r>
          </a:p>
        </p:txBody>
      </p:sp>
      <p:sp>
        <p:nvSpPr>
          <p:cNvPr id="7" name="Titel 6">
            <a:extLst>
              <a:ext uri="{FF2B5EF4-FFF2-40B4-BE49-F238E27FC236}">
                <a16:creationId xmlns:a16="http://schemas.microsoft.com/office/drawing/2014/main" id="{04D9F97D-9017-EF27-1456-79F11731E459}"/>
              </a:ext>
            </a:extLst>
          </p:cNvPr>
          <p:cNvSpPr>
            <a:spLocks noGrp="1"/>
          </p:cNvSpPr>
          <p:nvPr>
            <p:ph type="ctrTitle"/>
          </p:nvPr>
        </p:nvSpPr>
        <p:spPr>
          <a:xfrm>
            <a:off x="839416" y="144041"/>
            <a:ext cx="4381500" cy="938808"/>
          </a:xfrm>
        </p:spPr>
        <p:txBody>
          <a:bodyPr/>
          <a:lstStyle/>
          <a:p>
            <a:r>
              <a:rPr lang="en-NL" noProof="0" dirty="0"/>
              <a:t>TOPICS</a:t>
            </a:r>
          </a:p>
        </p:txBody>
      </p:sp>
      <p:sp>
        <p:nvSpPr>
          <p:cNvPr id="10" name="Tijdelijke aanduiding voor tekst 9">
            <a:extLst>
              <a:ext uri="{FF2B5EF4-FFF2-40B4-BE49-F238E27FC236}">
                <a16:creationId xmlns:a16="http://schemas.microsoft.com/office/drawing/2014/main" id="{309DFAB7-75F7-212E-85D5-E5F374DEF87C}"/>
              </a:ext>
            </a:extLst>
          </p:cNvPr>
          <p:cNvSpPr>
            <a:spLocks noGrp="1"/>
          </p:cNvSpPr>
          <p:nvPr>
            <p:ph type="body" sz="quarter" idx="13"/>
          </p:nvPr>
        </p:nvSpPr>
        <p:spPr/>
        <p:txBody>
          <a:bodyPr/>
          <a:lstStyle/>
          <a:p>
            <a:endParaRPr lang="en-NL" noProof="0" dirty="0"/>
          </a:p>
        </p:txBody>
      </p:sp>
    </p:spTree>
    <p:extLst>
      <p:ext uri="{BB962C8B-B14F-4D97-AF65-F5344CB8AC3E}">
        <p14:creationId xmlns:p14="http://schemas.microsoft.com/office/powerpoint/2010/main" val="3979022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Tijdelijke aanduiding voor afbeelding 8" descr="Vergadertabel voor samenwerking">
            <a:extLst>
              <a:ext uri="{FF2B5EF4-FFF2-40B4-BE49-F238E27FC236}">
                <a16:creationId xmlns:a16="http://schemas.microsoft.com/office/drawing/2014/main" id="{36BF6FBC-433F-A5D1-503B-66A9DF907816}"/>
              </a:ext>
            </a:extLst>
          </p:cNvPr>
          <p:cNvPicPr>
            <a:picLocks noGrp="1" noChangeAspect="1"/>
          </p:cNvPicPr>
          <p:nvPr>
            <p:ph type="pic" sz="quarter" idx="17"/>
          </p:nvPr>
        </p:nvPicPr>
        <p:blipFill>
          <a:blip r:embed="rId3"/>
          <a:srcRect/>
          <a:stretch/>
        </p:blipFill>
        <p:spPr>
          <a:xfrm>
            <a:off x="0" y="0"/>
            <a:ext cx="12191999" cy="6857999"/>
          </a:xfrm>
          <a:noFill/>
        </p:spPr>
      </p:pic>
      <p:sp>
        <p:nvSpPr>
          <p:cNvPr id="27" name="Text Placeholder 2">
            <a:extLst>
              <a:ext uri="{FF2B5EF4-FFF2-40B4-BE49-F238E27FC236}">
                <a16:creationId xmlns:a16="http://schemas.microsoft.com/office/drawing/2014/main" id="{06CBB25C-492E-0FDB-F38F-6B70A70CA982}"/>
              </a:ext>
            </a:extLst>
          </p:cNvPr>
          <p:cNvSpPr>
            <a:spLocks noGrp="1"/>
          </p:cNvSpPr>
          <p:nvPr>
            <p:ph type="body" sz="quarter" idx="18"/>
          </p:nvPr>
        </p:nvSpPr>
        <p:spPr>
          <a:xfrm>
            <a:off x="0" y="0"/>
            <a:ext cx="12192000" cy="5723182"/>
          </a:xfrm>
        </p:spPr>
        <p:txBody>
          <a:bodyPr/>
          <a:lstStyle/>
          <a:p>
            <a:endParaRPr lang="en-NL" noProof="0" dirty="0"/>
          </a:p>
        </p:txBody>
      </p:sp>
      <p:sp>
        <p:nvSpPr>
          <p:cNvPr id="29" name="Text Placeholder 3">
            <a:extLst>
              <a:ext uri="{FF2B5EF4-FFF2-40B4-BE49-F238E27FC236}">
                <a16:creationId xmlns:a16="http://schemas.microsoft.com/office/drawing/2014/main" id="{653092AF-EA46-93AF-E996-665AE76D3CD4}"/>
              </a:ext>
            </a:extLst>
          </p:cNvPr>
          <p:cNvSpPr>
            <a:spLocks noGrp="1"/>
          </p:cNvSpPr>
          <p:nvPr>
            <p:ph type="body" sz="quarter" idx="12"/>
          </p:nvPr>
        </p:nvSpPr>
        <p:spPr>
          <a:xfrm>
            <a:off x="533400" y="0"/>
            <a:ext cx="6781800" cy="6324600"/>
          </a:xfrm>
        </p:spPr>
        <p:txBody>
          <a:bodyPr/>
          <a:lstStyle/>
          <a:p>
            <a:endParaRPr lang="en-NL" noProof="0" dirty="0"/>
          </a:p>
        </p:txBody>
      </p:sp>
      <p:sp>
        <p:nvSpPr>
          <p:cNvPr id="13" name="Titel 12">
            <a:extLst>
              <a:ext uri="{FF2B5EF4-FFF2-40B4-BE49-F238E27FC236}">
                <a16:creationId xmlns:a16="http://schemas.microsoft.com/office/drawing/2014/main" id="{D7199992-58FE-4335-A811-6AFA96B5595D}"/>
              </a:ext>
            </a:extLst>
          </p:cNvPr>
          <p:cNvSpPr>
            <a:spLocks noGrp="1"/>
          </p:cNvSpPr>
          <p:nvPr>
            <p:ph type="title"/>
          </p:nvPr>
        </p:nvSpPr>
        <p:spPr>
          <a:xfrm>
            <a:off x="1266825" y="2265916"/>
            <a:ext cx="5314950" cy="3488998"/>
          </a:xfrm>
        </p:spPr>
        <p:txBody>
          <a:bodyPr rtlCol="0" anchor="b">
            <a:normAutofit/>
          </a:bodyPr>
          <a:lstStyle/>
          <a:p>
            <a:pPr rtl="0"/>
            <a:r>
              <a:rPr lang="en-NL" noProof="0" dirty="0"/>
              <a:t>SAT background</a:t>
            </a:r>
          </a:p>
        </p:txBody>
      </p:sp>
    </p:spTree>
    <p:extLst>
      <p:ext uri="{BB962C8B-B14F-4D97-AF65-F5344CB8AC3E}">
        <p14:creationId xmlns:p14="http://schemas.microsoft.com/office/powerpoint/2010/main" val="3069052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94C582A2-A406-4C9B-A3DA-BA4EECAB37AC}"/>
              </a:ext>
            </a:extLst>
          </p:cNvPr>
          <p:cNvSpPr>
            <a:spLocks noGrp="1"/>
          </p:cNvSpPr>
          <p:nvPr>
            <p:ph type="title"/>
          </p:nvPr>
        </p:nvSpPr>
        <p:spPr>
          <a:xfrm>
            <a:off x="412118" y="656281"/>
            <a:ext cx="3473443" cy="707886"/>
          </a:xfrm>
        </p:spPr>
        <p:txBody>
          <a:bodyPr rtlCol="0"/>
          <a:lstStyle/>
          <a:p>
            <a:pPr rtl="0"/>
            <a:r>
              <a:rPr lang="en-NL" noProof="0" dirty="0"/>
              <a:t>What is </a:t>
            </a:r>
            <a:r>
              <a:rPr lang="en-NL" noProof="0" dirty="0" err="1"/>
              <a:t>SaT</a:t>
            </a:r>
            <a:r>
              <a:rPr lang="en-NL" noProof="0" dirty="0"/>
              <a:t>?</a:t>
            </a:r>
          </a:p>
        </p:txBody>
      </p:sp>
      <p:sp>
        <p:nvSpPr>
          <p:cNvPr id="24" name="Tijdelijke aanduiding voor tekst 23">
            <a:extLst>
              <a:ext uri="{FF2B5EF4-FFF2-40B4-BE49-F238E27FC236}">
                <a16:creationId xmlns:a16="http://schemas.microsoft.com/office/drawing/2014/main" id="{2BE63BA8-EAF4-4B88-8D23-BEF6AA60CC23}"/>
              </a:ext>
            </a:extLst>
          </p:cNvPr>
          <p:cNvSpPr>
            <a:spLocks noGrp="1"/>
          </p:cNvSpPr>
          <p:nvPr>
            <p:ph type="body" sz="quarter" idx="16"/>
          </p:nvPr>
        </p:nvSpPr>
        <p:spPr>
          <a:xfrm>
            <a:off x="412118" y="1489530"/>
            <a:ext cx="3963184" cy="424732"/>
          </a:xfrm>
        </p:spPr>
        <p:txBody>
          <a:bodyPr rtlCol="0"/>
          <a:lstStyle/>
          <a:p>
            <a:pPr algn="l" rtl="0"/>
            <a:r>
              <a:rPr lang="en-NL" noProof="0" dirty="0"/>
              <a:t>It stands for Security Analysis Tool</a:t>
            </a:r>
          </a:p>
        </p:txBody>
      </p:sp>
      <p:sp>
        <p:nvSpPr>
          <p:cNvPr id="4" name="Tijdelijke aanduiding voor tekst 3">
            <a:extLst>
              <a:ext uri="{FF2B5EF4-FFF2-40B4-BE49-F238E27FC236}">
                <a16:creationId xmlns:a16="http://schemas.microsoft.com/office/drawing/2014/main" id="{B9105FAE-96F0-43A6-B386-AAE4E62C6E85}"/>
              </a:ext>
            </a:extLst>
          </p:cNvPr>
          <p:cNvSpPr>
            <a:spLocks noGrp="1"/>
          </p:cNvSpPr>
          <p:nvPr>
            <p:ph type="body" sz="quarter" idx="26"/>
          </p:nvPr>
        </p:nvSpPr>
        <p:spPr>
          <a:xfrm>
            <a:off x="474384" y="2086604"/>
            <a:ext cx="5189568" cy="2350508"/>
          </a:xfrm>
        </p:spPr>
        <p:txBody>
          <a:bodyPr rtlCol="0"/>
          <a:lstStyle/>
          <a:p>
            <a:pPr algn="just"/>
            <a:r>
              <a:rPr lang="en-NL" b="0" noProof="0" dirty="0"/>
              <a:t>SAT checks for typical security configurations deployed by most high-security organizations. It highlights the most significant risks, and those most frequently asked about by customers. Each recommendation will include a security configuration reference link to the relevant Databricks documentation.</a:t>
            </a:r>
            <a:endParaRPr lang="en-NL" noProof="0" dirty="0"/>
          </a:p>
        </p:txBody>
      </p:sp>
      <p:sp>
        <p:nvSpPr>
          <p:cNvPr id="29" name="Tijdelijke aanduiding voor tekst 119">
            <a:extLst>
              <a:ext uri="{FF2B5EF4-FFF2-40B4-BE49-F238E27FC236}">
                <a16:creationId xmlns:a16="http://schemas.microsoft.com/office/drawing/2014/main" id="{4DE3975B-F441-486B-9317-C176CC96BC6F}"/>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en-NL" noProof="0" dirty="0"/>
          </a:p>
        </p:txBody>
      </p:sp>
      <p:cxnSp>
        <p:nvCxnSpPr>
          <p:cNvPr id="38" name="Rechte verbindingslijn 37">
            <a:extLst>
              <a:ext uri="{FF2B5EF4-FFF2-40B4-BE49-F238E27FC236}">
                <a16:creationId xmlns:a16="http://schemas.microsoft.com/office/drawing/2014/main" id="{66F01420-E00A-46BC-9AE5-EDE89E81F291}"/>
              </a:ext>
              <a:ext uri="{C183D7F6-B498-43B3-948B-1728B52AA6E4}">
                <adec:decorative xmlns:adec="http://schemas.microsoft.com/office/drawing/2017/decorative" val="1"/>
              </a:ext>
            </a:extLst>
          </p:cNvPr>
          <p:cNvCxnSpPr/>
          <p:nvPr/>
        </p:nvCxnSpPr>
        <p:spPr>
          <a:xfrm>
            <a:off x="548640" y="1380502"/>
            <a:ext cx="4389120" cy="0"/>
          </a:xfrm>
          <a:prstGeom prst="line">
            <a:avLst/>
          </a:prstGeom>
          <a:ln w="1905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Rechte verbindingslijn 39">
            <a:extLst>
              <a:ext uri="{FF2B5EF4-FFF2-40B4-BE49-F238E27FC236}">
                <a16:creationId xmlns:a16="http://schemas.microsoft.com/office/drawing/2014/main" id="{CD210877-354A-400E-B4FF-A1264FC8AB56}"/>
              </a:ext>
              <a:ext uri="{C183D7F6-B498-43B3-948B-1728B52AA6E4}">
                <adec:decorative xmlns:adec="http://schemas.microsoft.com/office/drawing/2017/decorative" val="1"/>
              </a:ext>
            </a:extLst>
          </p:cNvPr>
          <p:cNvCxnSpPr/>
          <p:nvPr/>
        </p:nvCxnSpPr>
        <p:spPr>
          <a:xfrm>
            <a:off x="548640" y="4803978"/>
            <a:ext cx="3200400" cy="0"/>
          </a:xfrm>
          <a:prstGeom prst="line">
            <a:avLst/>
          </a:prstGeom>
          <a:ln w="19050"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 name="Picture 2" descr="Security Functionality">
            <a:extLst>
              <a:ext uri="{FF2B5EF4-FFF2-40B4-BE49-F238E27FC236}">
                <a16:creationId xmlns:a16="http://schemas.microsoft.com/office/drawing/2014/main" id="{27BC007F-8C45-0537-D3CD-78CF05FC65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9976" y="1365313"/>
            <a:ext cx="6186723" cy="3507284"/>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pic>
      <p:sp>
        <p:nvSpPr>
          <p:cNvPr id="5" name="Tijdelijke aanduiding voor tekst 4">
            <a:extLst>
              <a:ext uri="{FF2B5EF4-FFF2-40B4-BE49-F238E27FC236}">
                <a16:creationId xmlns:a16="http://schemas.microsoft.com/office/drawing/2014/main" id="{FC2BCF6B-B0DA-5371-67B8-3B08DD3F7CDE}"/>
              </a:ext>
            </a:extLst>
          </p:cNvPr>
          <p:cNvSpPr>
            <a:spLocks noGrp="1"/>
          </p:cNvSpPr>
          <p:nvPr>
            <p:ph type="body" sz="quarter" idx="23"/>
          </p:nvPr>
        </p:nvSpPr>
        <p:spPr>
          <a:xfrm>
            <a:off x="678974" y="5170844"/>
            <a:ext cx="8441362" cy="1030871"/>
          </a:xfrm>
        </p:spPr>
        <p:txBody>
          <a:bodyPr/>
          <a:lstStyle/>
          <a:p>
            <a:pPr algn="just"/>
            <a:r>
              <a:rPr lang="en-NL" b="0" noProof="0" dirty="0"/>
              <a:t>Is an observability utility designed to improve the security posture of Databricks deployments. It helps customers identify deviations from established security best practices and monitor the security health of their Databricks workspaces.</a:t>
            </a:r>
            <a:endParaRPr lang="en-NL" noProof="0" dirty="0"/>
          </a:p>
        </p:txBody>
      </p:sp>
    </p:spTree>
    <p:extLst>
      <p:ext uri="{BB962C8B-B14F-4D97-AF65-F5344CB8AC3E}">
        <p14:creationId xmlns:p14="http://schemas.microsoft.com/office/powerpoint/2010/main" val="227517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Tijdelijke aanduiding voor afbeelding 5">
            <a:extLst>
              <a:ext uri="{FF2B5EF4-FFF2-40B4-BE49-F238E27FC236}">
                <a16:creationId xmlns:a16="http://schemas.microsoft.com/office/drawing/2014/main" id="{AF890B92-D44D-461B-A5E6-D4F348791F20}"/>
              </a:ext>
              <a:ext uri="{C183D7F6-B498-43B3-948B-1728B52AA6E4}">
                <adec:decorative xmlns:adec="http://schemas.microsoft.com/office/drawing/2017/decorative" val="1"/>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a:stretch/>
        </p:blipFill>
        <p:spPr>
          <a:xfrm>
            <a:off x="0" y="112976"/>
            <a:ext cx="12191999" cy="1731848"/>
          </a:xfrm>
        </p:spPr>
      </p:pic>
      <p:sp>
        <p:nvSpPr>
          <p:cNvPr id="12" name="Titel 11">
            <a:extLst>
              <a:ext uri="{FF2B5EF4-FFF2-40B4-BE49-F238E27FC236}">
                <a16:creationId xmlns:a16="http://schemas.microsoft.com/office/drawing/2014/main" id="{94C582A2-A406-4C9B-A3DA-BA4EECAB37AC}"/>
              </a:ext>
            </a:extLst>
          </p:cNvPr>
          <p:cNvSpPr>
            <a:spLocks noGrp="1"/>
          </p:cNvSpPr>
          <p:nvPr>
            <p:ph type="title"/>
          </p:nvPr>
        </p:nvSpPr>
        <p:spPr>
          <a:xfrm>
            <a:off x="579992" y="1844824"/>
            <a:ext cx="7388216" cy="4299713"/>
          </a:xfrm>
          <a:solidFill>
            <a:schemeClr val="bg1"/>
          </a:solidFill>
        </p:spPr>
        <p:txBody>
          <a:bodyPr rtlCol="0">
            <a:noAutofit/>
          </a:bodyPr>
          <a:lstStyle/>
          <a:p>
            <a:pPr rtl="0"/>
            <a:r>
              <a:rPr lang="en-NL" sz="2400" noProof="0" dirty="0"/>
              <a:t>Common Scenarios are:</a:t>
            </a:r>
            <a:br>
              <a:rPr lang="en-NL" sz="2400" noProof="0" dirty="0"/>
            </a:br>
            <a:br>
              <a:rPr lang="en-NL" sz="2400" noProof="0" dirty="0"/>
            </a:br>
            <a:r>
              <a:rPr lang="en-NL" sz="2400" noProof="0" dirty="0"/>
              <a:t>- your company requires constant security monitoring.</a:t>
            </a:r>
            <a:br>
              <a:rPr lang="en-NL" sz="2400" noProof="0" dirty="0"/>
            </a:br>
            <a:br>
              <a:rPr lang="en-NL" sz="2400" noProof="0" dirty="0"/>
            </a:br>
            <a:r>
              <a:rPr lang="en-NL" sz="2400" noProof="0" dirty="0"/>
              <a:t>- have INDUSTRY SECURITY best practices applied.</a:t>
            </a:r>
            <a:br>
              <a:rPr lang="en-NL" sz="2400" noProof="0" dirty="0"/>
            </a:br>
            <a:br>
              <a:rPr lang="en-NL" sz="2400" noProof="0" dirty="0"/>
            </a:br>
            <a:r>
              <a:rPr lang="en-NL" sz="2400" noProof="0" dirty="0"/>
              <a:t>- evaluate FROM account or INDIVIDUAL workspaces level.</a:t>
            </a:r>
            <a:br>
              <a:rPr lang="en-NL" sz="2400" noProof="0" dirty="0"/>
            </a:br>
            <a:br>
              <a:rPr lang="en-NL" sz="2400" noProof="0" dirty="0"/>
            </a:br>
            <a:r>
              <a:rPr lang="en-NL" sz="2400" noProof="0" dirty="0"/>
              <a:t>- provide key role security figures with tangible evidence.</a:t>
            </a:r>
          </a:p>
        </p:txBody>
      </p:sp>
      <p:sp>
        <p:nvSpPr>
          <p:cNvPr id="34" name="Tijdelijke aanduiding voor tekst 33">
            <a:extLst>
              <a:ext uri="{FF2B5EF4-FFF2-40B4-BE49-F238E27FC236}">
                <a16:creationId xmlns:a16="http://schemas.microsoft.com/office/drawing/2014/main" id="{29455ACD-CCC6-4BEC-AA79-DC1C69D087DF}"/>
              </a:ext>
              <a:ext uri="{C183D7F6-B498-43B3-948B-1728B52AA6E4}">
                <adec:decorative xmlns:adec="http://schemas.microsoft.com/office/drawing/2017/decorative" val="1"/>
              </a:ext>
            </a:extLst>
          </p:cNvPr>
          <p:cNvSpPr>
            <a:spLocks noGrp="1"/>
          </p:cNvSpPr>
          <p:nvPr>
            <p:ph type="body" sz="quarter" idx="20"/>
          </p:nvPr>
        </p:nvSpPr>
        <p:spPr>
          <a:xfrm>
            <a:off x="8329286" y="3466602"/>
            <a:ext cx="3299256" cy="2677936"/>
          </a:xfrm>
        </p:spPr>
        <p:txBody>
          <a:bodyPr rtlCol="0"/>
          <a:lstStyle/>
          <a:p>
            <a:pPr rtl="0"/>
            <a:endParaRPr lang="en-NL" noProof="0" dirty="0"/>
          </a:p>
        </p:txBody>
      </p:sp>
      <p:sp>
        <p:nvSpPr>
          <p:cNvPr id="32" name="Tijdelijke aanduiding voor tekst 119">
            <a:extLst>
              <a:ext uri="{FF2B5EF4-FFF2-40B4-BE49-F238E27FC236}">
                <a16:creationId xmlns:a16="http://schemas.microsoft.com/office/drawing/2014/main" id="{D9043C6D-0761-489D-8401-7F976D80BA5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en-NL" noProof="0" dirty="0"/>
          </a:p>
        </p:txBody>
      </p:sp>
      <p:sp>
        <p:nvSpPr>
          <p:cNvPr id="40" name="Vrije vorm: Vorm 39">
            <a:extLst>
              <a:ext uri="{FF2B5EF4-FFF2-40B4-BE49-F238E27FC236}">
                <a16:creationId xmlns:a16="http://schemas.microsoft.com/office/drawing/2014/main" id="{CD5E95B5-674E-4A3A-A7C5-83CFC41142E0}"/>
              </a:ext>
              <a:ext uri="{C183D7F6-B498-43B3-948B-1728B52AA6E4}">
                <adec:decorative xmlns:adec="http://schemas.microsoft.com/office/drawing/2017/decorative" val="1"/>
              </a:ext>
            </a:extLst>
          </p:cNvPr>
          <p:cNvSpPr/>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NL" noProof="0" dirty="0"/>
          </a:p>
        </p:txBody>
      </p:sp>
      <p:sp>
        <p:nvSpPr>
          <p:cNvPr id="13" name="Tijdelijke aanduiding voor inhoud 12">
            <a:extLst>
              <a:ext uri="{FF2B5EF4-FFF2-40B4-BE49-F238E27FC236}">
                <a16:creationId xmlns:a16="http://schemas.microsoft.com/office/drawing/2014/main" id="{556610ED-3E2D-4E6A-ABD0-150F203E6B46}"/>
              </a:ext>
            </a:extLst>
          </p:cNvPr>
          <p:cNvSpPr>
            <a:spLocks noGrp="1"/>
          </p:cNvSpPr>
          <p:nvPr>
            <p:ph sz="quarter" idx="19"/>
          </p:nvPr>
        </p:nvSpPr>
        <p:spPr>
          <a:xfrm>
            <a:off x="479376" y="781788"/>
            <a:ext cx="3744416" cy="628299"/>
          </a:xfrm>
          <a:solidFill>
            <a:schemeClr val="bg1"/>
          </a:solidFill>
        </p:spPr>
        <p:txBody>
          <a:bodyPr rtlCol="0"/>
          <a:lstStyle/>
          <a:p>
            <a:pPr rtl="0"/>
            <a:r>
              <a:rPr lang="en-NL" noProof="0" dirty="0"/>
              <a:t>When to use SAT?</a:t>
            </a:r>
          </a:p>
        </p:txBody>
      </p:sp>
      <p:pic>
        <p:nvPicPr>
          <p:cNvPr id="4" name="Afbeelding 3">
            <a:extLst>
              <a:ext uri="{FF2B5EF4-FFF2-40B4-BE49-F238E27FC236}">
                <a16:creationId xmlns:a16="http://schemas.microsoft.com/office/drawing/2014/main" id="{605988C6-6F5E-ABCD-7376-D8D4C2DA3510}"/>
              </a:ext>
            </a:extLst>
          </p:cNvPr>
          <p:cNvPicPr>
            <a:picLocks noChangeAspect="1"/>
          </p:cNvPicPr>
          <p:nvPr/>
        </p:nvPicPr>
        <p:blipFill>
          <a:blip r:embed="rId4"/>
          <a:stretch>
            <a:fillRect/>
          </a:stretch>
        </p:blipFill>
        <p:spPr>
          <a:xfrm>
            <a:off x="8910471" y="3573016"/>
            <a:ext cx="2136885" cy="2470277"/>
          </a:xfrm>
          <a:prstGeom prst="rect">
            <a:avLst/>
          </a:prstGeom>
        </p:spPr>
      </p:pic>
    </p:spTree>
    <p:extLst>
      <p:ext uri="{BB962C8B-B14F-4D97-AF65-F5344CB8AC3E}">
        <p14:creationId xmlns:p14="http://schemas.microsoft.com/office/powerpoint/2010/main" val="2956204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C70B6C67-BD8D-3FC7-7C3B-FC363DA32107}"/>
              </a:ext>
            </a:extLst>
          </p:cNvPr>
          <p:cNvSpPr>
            <a:spLocks noGrp="1"/>
          </p:cNvSpPr>
          <p:nvPr>
            <p:ph type="title"/>
          </p:nvPr>
        </p:nvSpPr>
        <p:spPr>
          <a:xfrm>
            <a:off x="3503712" y="990600"/>
            <a:ext cx="7850088" cy="707886"/>
          </a:xfrm>
        </p:spPr>
        <p:txBody>
          <a:bodyPr>
            <a:normAutofit/>
          </a:bodyPr>
          <a:lstStyle/>
          <a:p>
            <a:r>
              <a:rPr lang="en-NL" noProof="0" dirty="0"/>
              <a:t>SAT is not formally supported</a:t>
            </a:r>
          </a:p>
        </p:txBody>
      </p:sp>
      <p:sp>
        <p:nvSpPr>
          <p:cNvPr id="14" name="Tekstvak 13">
            <a:extLst>
              <a:ext uri="{FF2B5EF4-FFF2-40B4-BE49-F238E27FC236}">
                <a16:creationId xmlns:a16="http://schemas.microsoft.com/office/drawing/2014/main" id="{8340679A-34E9-24CB-6A13-AAFB89154D02}"/>
              </a:ext>
            </a:extLst>
          </p:cNvPr>
          <p:cNvSpPr txBox="1"/>
          <p:nvPr/>
        </p:nvSpPr>
        <p:spPr>
          <a:xfrm>
            <a:off x="1271464" y="2204864"/>
            <a:ext cx="5616624" cy="1200329"/>
          </a:xfrm>
          <a:prstGeom prst="rect">
            <a:avLst/>
          </a:prstGeom>
          <a:noFill/>
        </p:spPr>
        <p:txBody>
          <a:bodyPr wrap="square" rtlCol="0">
            <a:spAutoFit/>
          </a:bodyPr>
          <a:lstStyle/>
          <a:p>
            <a:r>
              <a:rPr lang="en-NL" noProof="0" dirty="0"/>
              <a:t>“SAT is a productivity tool designed to help verify your security configurations against Databricks’ best practices. It is </a:t>
            </a:r>
            <a:r>
              <a:rPr lang="en-NL" i="1" noProof="0" dirty="0"/>
              <a:t>not</a:t>
            </a:r>
            <a:r>
              <a:rPr lang="en-NL" noProof="0" dirty="0"/>
              <a:t> intended to serve as a certification or formal attestation of your deployment's security posture.”</a:t>
            </a:r>
          </a:p>
        </p:txBody>
      </p:sp>
      <p:sp>
        <p:nvSpPr>
          <p:cNvPr id="15" name="Tekstvak 14">
            <a:extLst>
              <a:ext uri="{FF2B5EF4-FFF2-40B4-BE49-F238E27FC236}">
                <a16:creationId xmlns:a16="http://schemas.microsoft.com/office/drawing/2014/main" id="{D39127EB-47FE-5B77-4458-3BAE025351A6}"/>
              </a:ext>
            </a:extLst>
          </p:cNvPr>
          <p:cNvSpPr txBox="1"/>
          <p:nvPr/>
        </p:nvSpPr>
        <p:spPr>
          <a:xfrm>
            <a:off x="5735960" y="4437112"/>
            <a:ext cx="5040560" cy="1477328"/>
          </a:xfrm>
          <a:prstGeom prst="rect">
            <a:avLst/>
          </a:prstGeom>
          <a:noFill/>
        </p:spPr>
        <p:txBody>
          <a:bodyPr wrap="square" rtlCol="0">
            <a:spAutoFit/>
          </a:bodyPr>
          <a:lstStyle/>
          <a:p>
            <a:r>
              <a:rPr lang="en-NL" noProof="0" dirty="0"/>
              <a:t>The code in this project is provided </a:t>
            </a:r>
            <a:r>
              <a:rPr lang="en-NL" b="1" noProof="0" dirty="0"/>
              <a:t>for exploration purposes only</a:t>
            </a:r>
            <a:r>
              <a:rPr lang="en-NL" noProof="0" dirty="0"/>
              <a:t> and is </a:t>
            </a:r>
            <a:r>
              <a:rPr lang="en-NL" b="1" noProof="0" dirty="0"/>
              <a:t>not formally supported</a:t>
            </a:r>
            <a:r>
              <a:rPr lang="en-NL" noProof="0" dirty="0"/>
              <a:t> by Databricks under any Service Level Agreements (SLAs). It is provided </a:t>
            </a:r>
            <a:r>
              <a:rPr lang="en-NL" b="1" noProof="0" dirty="0"/>
              <a:t>AS-IS</a:t>
            </a:r>
            <a:r>
              <a:rPr lang="en-NL" noProof="0" dirty="0"/>
              <a:t>, without any warranties or guarantees.</a:t>
            </a:r>
          </a:p>
        </p:txBody>
      </p:sp>
      <p:sp>
        <p:nvSpPr>
          <p:cNvPr id="17" name="Tekstvak 16">
            <a:extLst>
              <a:ext uri="{FF2B5EF4-FFF2-40B4-BE49-F238E27FC236}">
                <a16:creationId xmlns:a16="http://schemas.microsoft.com/office/drawing/2014/main" id="{6A4399B4-1783-A6F5-7B71-259A67D4BCCD}"/>
              </a:ext>
            </a:extLst>
          </p:cNvPr>
          <p:cNvSpPr txBox="1"/>
          <p:nvPr/>
        </p:nvSpPr>
        <p:spPr>
          <a:xfrm>
            <a:off x="1271464" y="3368025"/>
            <a:ext cx="5400600" cy="276999"/>
          </a:xfrm>
          <a:prstGeom prst="rect">
            <a:avLst/>
          </a:prstGeom>
          <a:noFill/>
        </p:spPr>
        <p:txBody>
          <a:bodyPr wrap="square">
            <a:spAutoFit/>
          </a:bodyPr>
          <a:lstStyle/>
          <a:p>
            <a:r>
              <a:rPr lang="en-NL" sz="1200" noProof="0" dirty="0">
                <a:solidFill>
                  <a:schemeClr val="tx2">
                    <a:lumMod val="60000"/>
                    <a:lumOff val="40000"/>
                  </a:schemeClr>
                </a:solidFill>
              </a:rPr>
              <a:t>https://databricks-industry-solutions.github.io/security-analysis-tool/docs/motivation/</a:t>
            </a:r>
          </a:p>
        </p:txBody>
      </p:sp>
      <p:pic>
        <p:nvPicPr>
          <p:cNvPr id="2050" name="Picture 2" descr="Good to know sales">
            <a:extLst>
              <a:ext uri="{FF2B5EF4-FFF2-40B4-BE49-F238E27FC236}">
                <a16:creationId xmlns:a16="http://schemas.microsoft.com/office/drawing/2014/main" id="{BCFCF398-4659-C063-C2D9-75E5728530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8" y="592467"/>
            <a:ext cx="1368152" cy="1386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243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5932EBA-C28F-7429-7B38-D68AD9255A59}"/>
              </a:ext>
            </a:extLst>
          </p:cNvPr>
          <p:cNvSpPr>
            <a:spLocks noGrp="1"/>
          </p:cNvSpPr>
          <p:nvPr>
            <p:ph type="title"/>
          </p:nvPr>
        </p:nvSpPr>
        <p:spPr/>
        <p:txBody>
          <a:bodyPr/>
          <a:lstStyle/>
          <a:p>
            <a:r>
              <a:rPr lang="en-NL" noProof="0" dirty="0"/>
              <a:t>What is being monitored?</a:t>
            </a:r>
          </a:p>
        </p:txBody>
      </p:sp>
      <p:sp>
        <p:nvSpPr>
          <p:cNvPr id="5" name="Tekstvak 4">
            <a:extLst>
              <a:ext uri="{FF2B5EF4-FFF2-40B4-BE49-F238E27FC236}">
                <a16:creationId xmlns:a16="http://schemas.microsoft.com/office/drawing/2014/main" id="{99437F49-723A-C286-0957-BC2EDF262D27}"/>
              </a:ext>
            </a:extLst>
          </p:cNvPr>
          <p:cNvSpPr txBox="1"/>
          <p:nvPr/>
        </p:nvSpPr>
        <p:spPr>
          <a:xfrm>
            <a:off x="849542" y="2051556"/>
            <a:ext cx="4952336" cy="707886"/>
          </a:xfrm>
          <a:prstGeom prst="rect">
            <a:avLst/>
          </a:prstGeom>
          <a:noFill/>
        </p:spPr>
        <p:txBody>
          <a:bodyPr wrap="square">
            <a:spAutoFit/>
          </a:bodyPr>
          <a:lstStyle/>
          <a:p>
            <a:pPr algn="l">
              <a:spcAft>
                <a:spcPts val="1500"/>
              </a:spcAft>
              <a:buFont typeface="Arial" panose="020B0604020202020204" pitchFamily="34" charset="0"/>
              <a:buChar char="•"/>
            </a:pPr>
            <a:r>
              <a:rPr lang="en-NL" sz="4000" b="0" i="0" noProof="0" dirty="0">
                <a:solidFill>
                  <a:srgbClr val="87175F"/>
                </a:solidFill>
                <a:effectLst/>
              </a:rPr>
              <a:t>Network Security (NS)</a:t>
            </a:r>
          </a:p>
        </p:txBody>
      </p:sp>
      <p:sp>
        <p:nvSpPr>
          <p:cNvPr id="7" name="Tekstvak 6">
            <a:extLst>
              <a:ext uri="{FF2B5EF4-FFF2-40B4-BE49-F238E27FC236}">
                <a16:creationId xmlns:a16="http://schemas.microsoft.com/office/drawing/2014/main" id="{A9B4438D-1F8F-4D8F-BCA4-18D5EA91F899}"/>
              </a:ext>
            </a:extLst>
          </p:cNvPr>
          <p:cNvSpPr txBox="1"/>
          <p:nvPr/>
        </p:nvSpPr>
        <p:spPr>
          <a:xfrm>
            <a:off x="983432" y="4944525"/>
            <a:ext cx="4818446" cy="707886"/>
          </a:xfrm>
          <a:prstGeom prst="rect">
            <a:avLst/>
          </a:prstGeom>
          <a:noFill/>
        </p:spPr>
        <p:txBody>
          <a:bodyPr wrap="square">
            <a:spAutoFit/>
          </a:bodyPr>
          <a:lstStyle/>
          <a:p>
            <a:pPr algn="l">
              <a:spcBef>
                <a:spcPts val="300"/>
              </a:spcBef>
              <a:spcAft>
                <a:spcPts val="1500"/>
              </a:spcAft>
              <a:buFont typeface="Arial" panose="020B0604020202020204" pitchFamily="34" charset="0"/>
              <a:buChar char="•"/>
            </a:pPr>
            <a:r>
              <a:rPr lang="en-NL" sz="4000" b="0" i="0" noProof="0" dirty="0">
                <a:solidFill>
                  <a:srgbClr val="87175F"/>
                </a:solidFill>
                <a:effectLst/>
              </a:rPr>
              <a:t>Identity &amp; Access (IA)</a:t>
            </a:r>
          </a:p>
        </p:txBody>
      </p:sp>
      <p:sp>
        <p:nvSpPr>
          <p:cNvPr id="8" name="Tekstvak 7">
            <a:extLst>
              <a:ext uri="{FF2B5EF4-FFF2-40B4-BE49-F238E27FC236}">
                <a16:creationId xmlns:a16="http://schemas.microsoft.com/office/drawing/2014/main" id="{F1615F7E-DA36-4B44-B6ED-820A7B94BA6D}"/>
              </a:ext>
            </a:extLst>
          </p:cNvPr>
          <p:cNvSpPr txBox="1"/>
          <p:nvPr/>
        </p:nvSpPr>
        <p:spPr>
          <a:xfrm>
            <a:off x="4151784" y="3408064"/>
            <a:ext cx="4552118" cy="707886"/>
          </a:xfrm>
          <a:prstGeom prst="rect">
            <a:avLst/>
          </a:prstGeom>
          <a:noFill/>
        </p:spPr>
        <p:txBody>
          <a:bodyPr wrap="square">
            <a:spAutoFit/>
          </a:bodyPr>
          <a:lstStyle/>
          <a:p>
            <a:pPr algn="l">
              <a:spcBef>
                <a:spcPts val="300"/>
              </a:spcBef>
              <a:spcAft>
                <a:spcPts val="1500"/>
              </a:spcAft>
              <a:buFont typeface="Arial" panose="020B0604020202020204" pitchFamily="34" charset="0"/>
              <a:buChar char="•"/>
            </a:pPr>
            <a:r>
              <a:rPr lang="en-NL" sz="4000" b="0" i="0" noProof="0" dirty="0">
                <a:solidFill>
                  <a:srgbClr val="87175F"/>
                </a:solidFill>
                <a:effectLst/>
              </a:rPr>
              <a:t>Data Protection (DP)</a:t>
            </a:r>
          </a:p>
        </p:txBody>
      </p:sp>
      <p:sp>
        <p:nvSpPr>
          <p:cNvPr id="9" name="Tekstvak 8">
            <a:extLst>
              <a:ext uri="{FF2B5EF4-FFF2-40B4-BE49-F238E27FC236}">
                <a16:creationId xmlns:a16="http://schemas.microsoft.com/office/drawing/2014/main" id="{50DEEFE1-9CB5-08BB-833A-88230751E69A}"/>
              </a:ext>
            </a:extLst>
          </p:cNvPr>
          <p:cNvSpPr txBox="1"/>
          <p:nvPr/>
        </p:nvSpPr>
        <p:spPr>
          <a:xfrm>
            <a:off x="7320136" y="2011104"/>
            <a:ext cx="4392488" cy="707886"/>
          </a:xfrm>
          <a:prstGeom prst="rect">
            <a:avLst/>
          </a:prstGeom>
          <a:noFill/>
        </p:spPr>
        <p:txBody>
          <a:bodyPr wrap="square">
            <a:spAutoFit/>
          </a:bodyPr>
          <a:lstStyle/>
          <a:p>
            <a:pPr algn="l">
              <a:spcBef>
                <a:spcPts val="300"/>
              </a:spcBef>
              <a:spcAft>
                <a:spcPts val="1500"/>
              </a:spcAft>
              <a:buFont typeface="Arial" panose="020B0604020202020204" pitchFamily="34" charset="0"/>
              <a:buChar char="•"/>
            </a:pPr>
            <a:r>
              <a:rPr lang="en-NL" sz="4000" b="0" i="0" noProof="0" dirty="0">
                <a:solidFill>
                  <a:srgbClr val="87175F"/>
                </a:solidFill>
                <a:effectLst/>
              </a:rPr>
              <a:t>Governance (GOV)</a:t>
            </a:r>
          </a:p>
        </p:txBody>
      </p:sp>
      <p:sp>
        <p:nvSpPr>
          <p:cNvPr id="10" name="Tekstvak 9">
            <a:extLst>
              <a:ext uri="{FF2B5EF4-FFF2-40B4-BE49-F238E27FC236}">
                <a16:creationId xmlns:a16="http://schemas.microsoft.com/office/drawing/2014/main" id="{5AE8B2BE-4392-9F04-E059-17B3721BDD4B}"/>
              </a:ext>
            </a:extLst>
          </p:cNvPr>
          <p:cNvSpPr txBox="1"/>
          <p:nvPr/>
        </p:nvSpPr>
        <p:spPr>
          <a:xfrm>
            <a:off x="7320136" y="4927013"/>
            <a:ext cx="4552118" cy="707886"/>
          </a:xfrm>
          <a:prstGeom prst="rect">
            <a:avLst/>
          </a:prstGeom>
          <a:noFill/>
        </p:spPr>
        <p:txBody>
          <a:bodyPr wrap="square">
            <a:spAutoFit/>
          </a:bodyPr>
          <a:lstStyle/>
          <a:p>
            <a:pPr algn="l">
              <a:spcBef>
                <a:spcPts val="300"/>
              </a:spcBef>
              <a:spcAft>
                <a:spcPts val="1500"/>
              </a:spcAft>
              <a:buFont typeface="Arial" panose="020B0604020202020204" pitchFamily="34" charset="0"/>
              <a:buChar char="•"/>
            </a:pPr>
            <a:r>
              <a:rPr lang="en-NL" sz="4000" b="0" i="0" noProof="0" dirty="0">
                <a:solidFill>
                  <a:srgbClr val="87175F"/>
                </a:solidFill>
                <a:effectLst/>
              </a:rPr>
              <a:t>Informational (INFO)</a:t>
            </a:r>
          </a:p>
        </p:txBody>
      </p:sp>
      <p:pic>
        <p:nvPicPr>
          <p:cNvPr id="4" name="Afbeelding 3">
            <a:extLst>
              <a:ext uri="{FF2B5EF4-FFF2-40B4-BE49-F238E27FC236}">
                <a16:creationId xmlns:a16="http://schemas.microsoft.com/office/drawing/2014/main" id="{59547469-7B23-526E-624D-F6BD7B560695}"/>
              </a:ext>
            </a:extLst>
          </p:cNvPr>
          <p:cNvPicPr>
            <a:picLocks noChangeAspect="1"/>
          </p:cNvPicPr>
          <p:nvPr/>
        </p:nvPicPr>
        <p:blipFill>
          <a:blip r:embed="rId2"/>
          <a:stretch>
            <a:fillRect/>
          </a:stretch>
        </p:blipFill>
        <p:spPr>
          <a:xfrm>
            <a:off x="2255751" y="2664922"/>
            <a:ext cx="923925" cy="914400"/>
          </a:xfrm>
          <a:prstGeom prst="rect">
            <a:avLst/>
          </a:prstGeom>
        </p:spPr>
      </p:pic>
      <p:pic>
        <p:nvPicPr>
          <p:cNvPr id="6" name="Afbeelding 5">
            <a:extLst>
              <a:ext uri="{FF2B5EF4-FFF2-40B4-BE49-F238E27FC236}">
                <a16:creationId xmlns:a16="http://schemas.microsoft.com/office/drawing/2014/main" id="{6316920B-F2D5-1B6A-25EC-050608A2357F}"/>
              </a:ext>
            </a:extLst>
          </p:cNvPr>
          <p:cNvPicPr>
            <a:picLocks noChangeAspect="1"/>
          </p:cNvPicPr>
          <p:nvPr/>
        </p:nvPicPr>
        <p:blipFill>
          <a:blip r:embed="rId3"/>
          <a:stretch>
            <a:fillRect/>
          </a:stretch>
        </p:blipFill>
        <p:spPr>
          <a:xfrm>
            <a:off x="2255751" y="5572266"/>
            <a:ext cx="923925" cy="914400"/>
          </a:xfrm>
          <a:prstGeom prst="rect">
            <a:avLst/>
          </a:prstGeom>
        </p:spPr>
      </p:pic>
      <p:pic>
        <p:nvPicPr>
          <p:cNvPr id="11" name="Afbeelding 10">
            <a:extLst>
              <a:ext uri="{FF2B5EF4-FFF2-40B4-BE49-F238E27FC236}">
                <a16:creationId xmlns:a16="http://schemas.microsoft.com/office/drawing/2014/main" id="{56D8C16D-6071-5238-A1F9-AF0E9BE24298}"/>
              </a:ext>
            </a:extLst>
          </p:cNvPr>
          <p:cNvPicPr>
            <a:picLocks noChangeAspect="1"/>
          </p:cNvPicPr>
          <p:nvPr/>
        </p:nvPicPr>
        <p:blipFill>
          <a:blip r:embed="rId4"/>
          <a:stretch>
            <a:fillRect/>
          </a:stretch>
        </p:blipFill>
        <p:spPr>
          <a:xfrm>
            <a:off x="5489257" y="4115950"/>
            <a:ext cx="923925" cy="914400"/>
          </a:xfrm>
          <a:prstGeom prst="rect">
            <a:avLst/>
          </a:prstGeom>
        </p:spPr>
      </p:pic>
      <p:pic>
        <p:nvPicPr>
          <p:cNvPr id="13" name="Afbeelding 12">
            <a:extLst>
              <a:ext uri="{FF2B5EF4-FFF2-40B4-BE49-F238E27FC236}">
                <a16:creationId xmlns:a16="http://schemas.microsoft.com/office/drawing/2014/main" id="{568BFCE6-60C0-7845-D0EC-28F786ABEEC6}"/>
              </a:ext>
            </a:extLst>
          </p:cNvPr>
          <p:cNvPicPr>
            <a:picLocks noChangeAspect="1"/>
          </p:cNvPicPr>
          <p:nvPr/>
        </p:nvPicPr>
        <p:blipFill>
          <a:blip r:embed="rId5"/>
          <a:stretch>
            <a:fillRect/>
          </a:stretch>
        </p:blipFill>
        <p:spPr>
          <a:xfrm>
            <a:off x="8550361" y="2606327"/>
            <a:ext cx="923925" cy="914400"/>
          </a:xfrm>
          <a:prstGeom prst="rect">
            <a:avLst/>
          </a:prstGeom>
        </p:spPr>
      </p:pic>
      <p:pic>
        <p:nvPicPr>
          <p:cNvPr id="14" name="Afbeelding 13">
            <a:extLst>
              <a:ext uri="{FF2B5EF4-FFF2-40B4-BE49-F238E27FC236}">
                <a16:creationId xmlns:a16="http://schemas.microsoft.com/office/drawing/2014/main" id="{CCC44CE3-AF81-443C-FEA7-A33C88792202}"/>
              </a:ext>
            </a:extLst>
          </p:cNvPr>
          <p:cNvPicPr>
            <a:picLocks noChangeAspect="1"/>
          </p:cNvPicPr>
          <p:nvPr/>
        </p:nvPicPr>
        <p:blipFill>
          <a:blip r:embed="rId6"/>
          <a:stretch>
            <a:fillRect/>
          </a:stretch>
        </p:blipFill>
        <p:spPr>
          <a:xfrm>
            <a:off x="8703902" y="5541087"/>
            <a:ext cx="904875" cy="904875"/>
          </a:xfrm>
          <a:prstGeom prst="rect">
            <a:avLst/>
          </a:prstGeom>
        </p:spPr>
      </p:pic>
    </p:spTree>
    <p:extLst>
      <p:ext uri="{BB962C8B-B14F-4D97-AF65-F5344CB8AC3E}">
        <p14:creationId xmlns:p14="http://schemas.microsoft.com/office/powerpoint/2010/main" val="358102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78CAA-E7E1-C030-BC90-9975AC0EDD61}"/>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C20522C-94EC-76EF-B6CF-B658533C27D4}"/>
              </a:ext>
            </a:extLst>
          </p:cNvPr>
          <p:cNvSpPr>
            <a:spLocks noGrp="1"/>
          </p:cNvSpPr>
          <p:nvPr>
            <p:ph type="title"/>
          </p:nvPr>
        </p:nvSpPr>
        <p:spPr/>
        <p:txBody>
          <a:bodyPr/>
          <a:lstStyle/>
          <a:p>
            <a:r>
              <a:rPr lang="en-NL" noProof="0" dirty="0"/>
              <a:t>AND…extra SELF ASSESMENT </a:t>
            </a:r>
            <a:r>
              <a:rPr lang="en-NL" noProof="0" dirty="0" err="1"/>
              <a:t>CHECKs</a:t>
            </a:r>
            <a:endParaRPr lang="en-NL" noProof="0" dirty="0"/>
          </a:p>
        </p:txBody>
      </p:sp>
      <p:sp>
        <p:nvSpPr>
          <p:cNvPr id="5" name="Tekstvak 4">
            <a:extLst>
              <a:ext uri="{FF2B5EF4-FFF2-40B4-BE49-F238E27FC236}">
                <a16:creationId xmlns:a16="http://schemas.microsoft.com/office/drawing/2014/main" id="{C462D97A-39F8-7D66-9C74-FB3B50200F53}"/>
              </a:ext>
            </a:extLst>
          </p:cNvPr>
          <p:cNvSpPr txBox="1"/>
          <p:nvPr/>
        </p:nvSpPr>
        <p:spPr>
          <a:xfrm>
            <a:off x="767408" y="2224598"/>
            <a:ext cx="5071502" cy="369332"/>
          </a:xfrm>
          <a:prstGeom prst="rect">
            <a:avLst/>
          </a:prstGeom>
          <a:noFill/>
        </p:spPr>
        <p:txBody>
          <a:bodyPr wrap="square">
            <a:spAutoFit/>
          </a:bodyPr>
          <a:lstStyle/>
          <a:p>
            <a:pPr marL="285750" indent="-285750">
              <a:buFont typeface="Arial" panose="020B0604020202020204" pitchFamily="34" charset="0"/>
              <a:buChar char="•"/>
            </a:pPr>
            <a:r>
              <a:rPr lang="en-NL" noProof="0" dirty="0">
                <a:solidFill>
                  <a:srgbClr val="1D9BA1"/>
                </a:solidFill>
              </a:rPr>
              <a:t>Object storage encryption for data sources</a:t>
            </a:r>
          </a:p>
        </p:txBody>
      </p:sp>
      <p:sp>
        <p:nvSpPr>
          <p:cNvPr id="7" name="Tekstvak 6">
            <a:extLst>
              <a:ext uri="{FF2B5EF4-FFF2-40B4-BE49-F238E27FC236}">
                <a16:creationId xmlns:a16="http://schemas.microsoft.com/office/drawing/2014/main" id="{14F70736-5CBA-DC4C-D5C9-2138402A7A92}"/>
              </a:ext>
            </a:extLst>
          </p:cNvPr>
          <p:cNvSpPr txBox="1"/>
          <p:nvPr/>
        </p:nvSpPr>
        <p:spPr>
          <a:xfrm>
            <a:off x="1415480" y="2970133"/>
            <a:ext cx="2808312" cy="369332"/>
          </a:xfrm>
          <a:prstGeom prst="rect">
            <a:avLst/>
          </a:prstGeom>
          <a:noFill/>
        </p:spPr>
        <p:txBody>
          <a:bodyPr wrap="square">
            <a:spAutoFit/>
          </a:bodyPr>
          <a:lstStyle/>
          <a:p>
            <a:pPr marL="285750" indent="-285750">
              <a:buFont typeface="Arial" panose="020B0604020202020204" pitchFamily="34" charset="0"/>
              <a:buChar char="•"/>
            </a:pPr>
            <a:r>
              <a:rPr lang="en-NL" noProof="0" dirty="0">
                <a:solidFill>
                  <a:srgbClr val="1D9BA1"/>
                </a:solidFill>
              </a:rPr>
              <a:t>Enable single sign-on</a:t>
            </a:r>
          </a:p>
        </p:txBody>
      </p:sp>
      <p:sp>
        <p:nvSpPr>
          <p:cNvPr id="8" name="Tekstvak 7">
            <a:extLst>
              <a:ext uri="{FF2B5EF4-FFF2-40B4-BE49-F238E27FC236}">
                <a16:creationId xmlns:a16="http://schemas.microsoft.com/office/drawing/2014/main" id="{3080B4DF-B258-A591-67DE-EF41AA59E230}"/>
              </a:ext>
            </a:extLst>
          </p:cNvPr>
          <p:cNvSpPr txBox="1"/>
          <p:nvPr/>
        </p:nvSpPr>
        <p:spPr>
          <a:xfrm>
            <a:off x="2206804" y="3790804"/>
            <a:ext cx="7488832" cy="369332"/>
          </a:xfrm>
          <a:prstGeom prst="rect">
            <a:avLst/>
          </a:prstGeom>
          <a:noFill/>
        </p:spPr>
        <p:txBody>
          <a:bodyPr wrap="square">
            <a:spAutoFit/>
          </a:bodyPr>
          <a:lstStyle/>
          <a:p>
            <a:pPr marL="285750" indent="-285750">
              <a:buFont typeface="Arial" panose="020B0604020202020204" pitchFamily="34" charset="0"/>
              <a:buChar char="•"/>
            </a:pPr>
            <a:r>
              <a:rPr lang="en-NL" noProof="0" dirty="0">
                <a:solidFill>
                  <a:srgbClr val="1D9BA1"/>
                </a:solidFill>
              </a:rPr>
              <a:t>SCIM (System for Cross-Domain Identity Management) for user provisioning</a:t>
            </a:r>
          </a:p>
        </p:txBody>
      </p:sp>
      <p:sp>
        <p:nvSpPr>
          <p:cNvPr id="9" name="Tekstvak 8">
            <a:extLst>
              <a:ext uri="{FF2B5EF4-FFF2-40B4-BE49-F238E27FC236}">
                <a16:creationId xmlns:a16="http://schemas.microsoft.com/office/drawing/2014/main" id="{A7184B66-6865-7028-3031-EF00A0A0B513}"/>
              </a:ext>
            </a:extLst>
          </p:cNvPr>
          <p:cNvSpPr txBox="1"/>
          <p:nvPr/>
        </p:nvSpPr>
        <p:spPr>
          <a:xfrm>
            <a:off x="2819636" y="4607858"/>
            <a:ext cx="6732748" cy="369332"/>
          </a:xfrm>
          <a:prstGeom prst="rect">
            <a:avLst/>
          </a:prstGeom>
          <a:noFill/>
        </p:spPr>
        <p:txBody>
          <a:bodyPr wrap="square">
            <a:spAutoFit/>
          </a:bodyPr>
          <a:lstStyle/>
          <a:p>
            <a:pPr marL="285750" indent="-285750">
              <a:buFont typeface="Arial" panose="020B0604020202020204" pitchFamily="34" charset="0"/>
              <a:buChar char="•"/>
            </a:pPr>
            <a:r>
              <a:rPr lang="en-NL" noProof="0" dirty="0">
                <a:solidFill>
                  <a:srgbClr val="1D9BA1"/>
                </a:solidFill>
              </a:rPr>
              <a:t>Table Access Control for clusters that don't use Unity Catalog</a:t>
            </a:r>
          </a:p>
        </p:txBody>
      </p:sp>
      <p:sp>
        <p:nvSpPr>
          <p:cNvPr id="10" name="Tekstvak 9">
            <a:extLst>
              <a:ext uri="{FF2B5EF4-FFF2-40B4-BE49-F238E27FC236}">
                <a16:creationId xmlns:a16="http://schemas.microsoft.com/office/drawing/2014/main" id="{EC75658D-7FEA-5DEA-2263-A0D490FE4237}"/>
              </a:ext>
            </a:extLst>
          </p:cNvPr>
          <p:cNvSpPr txBox="1"/>
          <p:nvPr/>
        </p:nvSpPr>
        <p:spPr>
          <a:xfrm>
            <a:off x="3791744" y="5503302"/>
            <a:ext cx="6408712" cy="369332"/>
          </a:xfrm>
          <a:prstGeom prst="rect">
            <a:avLst/>
          </a:prstGeom>
          <a:noFill/>
        </p:spPr>
        <p:txBody>
          <a:bodyPr wrap="square">
            <a:spAutoFit/>
          </a:bodyPr>
          <a:lstStyle/>
          <a:p>
            <a:pPr marL="285750" indent="-285750">
              <a:buFont typeface="Arial" panose="020B0604020202020204" pitchFamily="34" charset="0"/>
              <a:buChar char="•"/>
            </a:pPr>
            <a:r>
              <a:rPr lang="en-NL" noProof="0" dirty="0">
                <a:solidFill>
                  <a:srgbClr val="1D9BA1"/>
                </a:solidFill>
              </a:rPr>
              <a:t>Detect network peering of VPC (AWS, GCP) or </a:t>
            </a:r>
            <a:r>
              <a:rPr lang="en-NL" noProof="0" dirty="0" err="1">
                <a:solidFill>
                  <a:srgbClr val="1D9BA1"/>
                </a:solidFill>
              </a:rPr>
              <a:t>VNet</a:t>
            </a:r>
            <a:r>
              <a:rPr lang="en-NL" noProof="0" dirty="0">
                <a:solidFill>
                  <a:srgbClr val="1D9BA1"/>
                </a:solidFill>
              </a:rPr>
              <a:t> (Azure)</a:t>
            </a:r>
          </a:p>
        </p:txBody>
      </p:sp>
    </p:spTree>
    <p:extLst>
      <p:ext uri="{BB962C8B-B14F-4D97-AF65-F5344CB8AC3E}">
        <p14:creationId xmlns:p14="http://schemas.microsoft.com/office/powerpoint/2010/main" val="45078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3149E2-C2A2-9627-0BC9-DD12B78E6A0B}"/>
              </a:ext>
            </a:extLst>
          </p:cNvPr>
          <p:cNvSpPr>
            <a:spLocks noGrp="1"/>
          </p:cNvSpPr>
          <p:nvPr>
            <p:ph type="title"/>
          </p:nvPr>
        </p:nvSpPr>
        <p:spPr>
          <a:xfrm>
            <a:off x="551384" y="692696"/>
            <a:ext cx="10805160" cy="707886"/>
          </a:xfrm>
        </p:spPr>
        <p:txBody>
          <a:bodyPr/>
          <a:lstStyle/>
          <a:p>
            <a:r>
              <a:rPr lang="en-NL" noProof="0" dirty="0"/>
              <a:t>Comparing with </a:t>
            </a:r>
            <a:r>
              <a:rPr lang="en-NL" noProof="0" dirty="0" err="1"/>
              <a:t>defense</a:t>
            </a:r>
            <a:r>
              <a:rPr lang="en-NL" noProof="0" dirty="0"/>
              <a:t> in depth</a:t>
            </a:r>
          </a:p>
        </p:txBody>
      </p:sp>
      <p:pic>
        <p:nvPicPr>
          <p:cNvPr id="1026" name="Picture 2" descr="Security review | Well Architected lab and training for Partners 2022">
            <a:extLst>
              <a:ext uri="{FF2B5EF4-FFF2-40B4-BE49-F238E27FC236}">
                <a16:creationId xmlns:a16="http://schemas.microsoft.com/office/drawing/2014/main" id="{A7B8F4CB-FE22-27F0-E493-0E9EF12254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720" y="1988840"/>
            <a:ext cx="3905250" cy="3895725"/>
          </a:xfrm>
          <a:prstGeom prst="rect">
            <a:avLst/>
          </a:prstGeom>
          <a:noFill/>
          <a:extLst>
            <a:ext uri="{909E8E84-426E-40DD-AFC4-6F175D3DCCD1}">
              <a14:hiddenFill xmlns:a14="http://schemas.microsoft.com/office/drawing/2010/main">
                <a:solidFill>
                  <a:srgbClr val="FFFFFF"/>
                </a:solidFill>
              </a14:hiddenFill>
            </a:ext>
          </a:extLst>
        </p:spPr>
      </p:pic>
      <p:pic>
        <p:nvPicPr>
          <p:cNvPr id="4" name="Afbeelding 3" descr="Afbeelding met Graphics, symbool, clipart, creativiteit&#10;&#10;Door AI gegenereerde inhoud is mogelijk onjuist.">
            <a:extLst>
              <a:ext uri="{FF2B5EF4-FFF2-40B4-BE49-F238E27FC236}">
                <a16:creationId xmlns:a16="http://schemas.microsoft.com/office/drawing/2014/main" id="{C50C3C49-C03C-AD40-EDC4-124CE521BA7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481052" y="2564904"/>
            <a:ext cx="559164" cy="548680"/>
          </a:xfrm>
          <a:prstGeom prst="rect">
            <a:avLst/>
          </a:prstGeom>
        </p:spPr>
      </p:pic>
      <p:pic>
        <p:nvPicPr>
          <p:cNvPr id="5" name="Afbeelding 4" descr="Afbeelding met Graphics, symbool, clipart, creativiteit&#10;&#10;Door AI gegenereerde inhoud is mogelijk onjuist.">
            <a:extLst>
              <a:ext uri="{FF2B5EF4-FFF2-40B4-BE49-F238E27FC236}">
                <a16:creationId xmlns:a16="http://schemas.microsoft.com/office/drawing/2014/main" id="{A2B01AED-29AD-6CC3-A0E3-8E3E603FB56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481052" y="3717032"/>
            <a:ext cx="559164" cy="548680"/>
          </a:xfrm>
          <a:prstGeom prst="rect">
            <a:avLst/>
          </a:prstGeom>
        </p:spPr>
      </p:pic>
      <p:pic>
        <p:nvPicPr>
          <p:cNvPr id="6" name="Afbeelding 5" descr="Afbeelding met Graphics, symbool, clipart, creativiteit&#10;&#10;Door AI gegenereerde inhoud is mogelijk onjuist.">
            <a:extLst>
              <a:ext uri="{FF2B5EF4-FFF2-40B4-BE49-F238E27FC236}">
                <a16:creationId xmlns:a16="http://schemas.microsoft.com/office/drawing/2014/main" id="{62729EF5-5393-40F3-B2CD-BA81CCEFC71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481052" y="4221088"/>
            <a:ext cx="559164" cy="548680"/>
          </a:xfrm>
          <a:prstGeom prst="rect">
            <a:avLst/>
          </a:prstGeom>
        </p:spPr>
      </p:pic>
      <p:pic>
        <p:nvPicPr>
          <p:cNvPr id="7" name="Afbeelding 6" descr="Afbeelding met Graphics, symbool, clipart, creativiteit&#10;&#10;Door AI gegenereerde inhoud is mogelijk onjuist.">
            <a:extLst>
              <a:ext uri="{FF2B5EF4-FFF2-40B4-BE49-F238E27FC236}">
                <a16:creationId xmlns:a16="http://schemas.microsoft.com/office/drawing/2014/main" id="{7A3088AA-4299-6485-17DB-7304B26DF96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481052" y="4752528"/>
            <a:ext cx="559164" cy="548680"/>
          </a:xfrm>
          <a:prstGeom prst="rect">
            <a:avLst/>
          </a:prstGeom>
        </p:spPr>
      </p:pic>
      <p:pic>
        <p:nvPicPr>
          <p:cNvPr id="8" name="Afbeelding 7" descr="Afbeelding met Graphics, symbool, clipart, creativiteit&#10;&#10;Door AI gegenereerde inhoud is mogelijk onjuist.">
            <a:extLst>
              <a:ext uri="{FF2B5EF4-FFF2-40B4-BE49-F238E27FC236}">
                <a16:creationId xmlns:a16="http://schemas.microsoft.com/office/drawing/2014/main" id="{0836A080-E909-C253-2A09-5C7B151780AC}"/>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481052" y="5328592"/>
            <a:ext cx="559164" cy="548680"/>
          </a:xfrm>
          <a:prstGeom prst="rect">
            <a:avLst/>
          </a:prstGeom>
        </p:spPr>
      </p:pic>
    </p:spTree>
    <p:extLst>
      <p:ext uri="{BB962C8B-B14F-4D97-AF65-F5344CB8AC3E}">
        <p14:creationId xmlns:p14="http://schemas.microsoft.com/office/powerpoint/2010/main" val="96355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089E289-9D01-7F18-9BD2-F888E727E108}"/>
              </a:ext>
            </a:extLst>
          </p:cNvPr>
          <p:cNvSpPr>
            <a:spLocks noGrp="1"/>
          </p:cNvSpPr>
          <p:nvPr>
            <p:ph type="title"/>
          </p:nvPr>
        </p:nvSpPr>
        <p:spPr>
          <a:xfrm>
            <a:off x="548640" y="776898"/>
            <a:ext cx="10805160" cy="707886"/>
          </a:xfrm>
        </p:spPr>
        <p:txBody>
          <a:bodyPr/>
          <a:lstStyle/>
          <a:p>
            <a:r>
              <a:rPr lang="en-NL" noProof="0" dirty="0"/>
              <a:t>What is </a:t>
            </a:r>
            <a:r>
              <a:rPr lang="en-NL" u="sng" noProof="0" dirty="0"/>
              <a:t>not</a:t>
            </a:r>
            <a:r>
              <a:rPr lang="en-NL" noProof="0" dirty="0"/>
              <a:t> monitored by SAT?....Costs</a:t>
            </a:r>
          </a:p>
        </p:txBody>
      </p:sp>
      <p:pic>
        <p:nvPicPr>
          <p:cNvPr id="5" name="Afbeelding 4">
            <a:extLst>
              <a:ext uri="{FF2B5EF4-FFF2-40B4-BE49-F238E27FC236}">
                <a16:creationId xmlns:a16="http://schemas.microsoft.com/office/drawing/2014/main" id="{FFFD749C-76DD-2825-DF3A-6F76B58B1F35}"/>
              </a:ext>
            </a:extLst>
          </p:cNvPr>
          <p:cNvPicPr>
            <a:picLocks noChangeAspect="1"/>
          </p:cNvPicPr>
          <p:nvPr/>
        </p:nvPicPr>
        <p:blipFill>
          <a:blip r:embed="rId2"/>
          <a:stretch>
            <a:fillRect/>
          </a:stretch>
        </p:blipFill>
        <p:spPr>
          <a:xfrm>
            <a:off x="548640" y="1556792"/>
            <a:ext cx="6123424" cy="1772570"/>
          </a:xfrm>
          <a:prstGeom prst="rect">
            <a:avLst/>
          </a:prstGeom>
          <a:ln>
            <a:solidFill>
              <a:schemeClr val="bg1">
                <a:lumMod val="50000"/>
              </a:schemeClr>
            </a:solidFill>
          </a:ln>
        </p:spPr>
      </p:pic>
      <p:pic>
        <p:nvPicPr>
          <p:cNvPr id="7" name="Afbeelding 6">
            <a:extLst>
              <a:ext uri="{FF2B5EF4-FFF2-40B4-BE49-F238E27FC236}">
                <a16:creationId xmlns:a16="http://schemas.microsoft.com/office/drawing/2014/main" id="{EE4383E4-76F3-7C2B-F468-FEE6D4DFAC22}"/>
              </a:ext>
            </a:extLst>
          </p:cNvPr>
          <p:cNvPicPr>
            <a:picLocks noChangeAspect="1"/>
          </p:cNvPicPr>
          <p:nvPr/>
        </p:nvPicPr>
        <p:blipFill>
          <a:blip r:embed="rId3"/>
          <a:stretch>
            <a:fillRect/>
          </a:stretch>
        </p:blipFill>
        <p:spPr>
          <a:xfrm>
            <a:off x="6513002" y="3573016"/>
            <a:ext cx="5383461" cy="3089438"/>
          </a:xfrm>
          <a:prstGeom prst="rect">
            <a:avLst/>
          </a:prstGeom>
          <a:ln>
            <a:solidFill>
              <a:schemeClr val="bg1">
                <a:lumMod val="50000"/>
              </a:schemeClr>
            </a:solidFill>
          </a:ln>
        </p:spPr>
      </p:pic>
      <p:sp>
        <p:nvSpPr>
          <p:cNvPr id="8" name="Tekstvak 7">
            <a:extLst>
              <a:ext uri="{FF2B5EF4-FFF2-40B4-BE49-F238E27FC236}">
                <a16:creationId xmlns:a16="http://schemas.microsoft.com/office/drawing/2014/main" id="{3D4409F0-1ACA-E37B-E8DC-27003854F13A}"/>
              </a:ext>
            </a:extLst>
          </p:cNvPr>
          <p:cNvSpPr txBox="1"/>
          <p:nvPr/>
        </p:nvSpPr>
        <p:spPr>
          <a:xfrm>
            <a:off x="1559496" y="4369948"/>
            <a:ext cx="3687455" cy="923330"/>
          </a:xfrm>
          <a:prstGeom prst="rect">
            <a:avLst/>
          </a:prstGeom>
          <a:noFill/>
        </p:spPr>
        <p:txBody>
          <a:bodyPr wrap="square" rtlCol="0">
            <a:spAutoFit/>
          </a:bodyPr>
          <a:lstStyle/>
          <a:p>
            <a:r>
              <a:rPr lang="en-NL" noProof="0" dirty="0">
                <a:solidFill>
                  <a:srgbClr val="75503A"/>
                </a:solidFill>
              </a:rPr>
              <a:t>This is a separate feature offered from Account level and distribute as Dashboard to a target Workspace</a:t>
            </a:r>
          </a:p>
        </p:txBody>
      </p:sp>
      <p:sp>
        <p:nvSpPr>
          <p:cNvPr id="9" name="Pijl: omhoog 8">
            <a:extLst>
              <a:ext uri="{FF2B5EF4-FFF2-40B4-BE49-F238E27FC236}">
                <a16:creationId xmlns:a16="http://schemas.microsoft.com/office/drawing/2014/main" id="{387EDD08-93C6-2FBB-4FD4-0BCEF961463A}"/>
              </a:ext>
            </a:extLst>
          </p:cNvPr>
          <p:cNvSpPr/>
          <p:nvPr/>
        </p:nvSpPr>
        <p:spPr>
          <a:xfrm>
            <a:off x="2855640" y="3429000"/>
            <a:ext cx="504056" cy="79208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noProof="0" dirty="0"/>
          </a:p>
        </p:txBody>
      </p:sp>
      <p:sp>
        <p:nvSpPr>
          <p:cNvPr id="10" name="Pijl: omhoog 9">
            <a:extLst>
              <a:ext uri="{FF2B5EF4-FFF2-40B4-BE49-F238E27FC236}">
                <a16:creationId xmlns:a16="http://schemas.microsoft.com/office/drawing/2014/main" id="{C5F11800-3A25-2A91-6497-98C8ECB5A6EC}"/>
              </a:ext>
            </a:extLst>
          </p:cNvPr>
          <p:cNvSpPr/>
          <p:nvPr/>
        </p:nvSpPr>
        <p:spPr>
          <a:xfrm rot="5400000">
            <a:off x="5447928" y="4435569"/>
            <a:ext cx="504056" cy="79208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noProof="0" dirty="0"/>
          </a:p>
        </p:txBody>
      </p:sp>
    </p:spTree>
    <p:extLst>
      <p:ext uri="{BB962C8B-B14F-4D97-AF65-F5344CB8AC3E}">
        <p14:creationId xmlns:p14="http://schemas.microsoft.com/office/powerpoint/2010/main" val="2574622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Hijskraan">
            <a:extLst>
              <a:ext uri="{FF2B5EF4-FFF2-40B4-BE49-F238E27FC236}">
                <a16:creationId xmlns:a16="http://schemas.microsoft.com/office/drawing/2014/main" id="{3BE09D86-E22C-E3B7-29B7-63FECE3C42F5}"/>
              </a:ext>
            </a:extLst>
          </p:cNvPr>
          <p:cNvPicPr>
            <a:picLocks noChangeAspect="1"/>
          </p:cNvPicPr>
          <p:nvPr/>
        </p:nvPicPr>
        <p:blipFill>
          <a:blip r:embed="rId2"/>
          <a:srcRect t="15615" b="115"/>
          <a:stretch>
            <a:fillRect/>
          </a:stretch>
        </p:blipFill>
        <p:spPr>
          <a:xfrm>
            <a:off x="20" y="10"/>
            <a:ext cx="12191979" cy="6857990"/>
          </a:xfrm>
          <a:prstGeom prst="rect">
            <a:avLst/>
          </a:prstGeom>
          <a:noFill/>
        </p:spPr>
      </p:pic>
      <p:sp>
        <p:nvSpPr>
          <p:cNvPr id="21" name="Text Placeholder 2">
            <a:extLst>
              <a:ext uri="{FF2B5EF4-FFF2-40B4-BE49-F238E27FC236}">
                <a16:creationId xmlns:a16="http://schemas.microsoft.com/office/drawing/2014/main" id="{F40CBDC4-3712-E10A-FEB9-6B1A664ACDED}"/>
              </a:ext>
            </a:extLst>
          </p:cNvPr>
          <p:cNvSpPr>
            <a:spLocks noGrp="1"/>
          </p:cNvSpPr>
          <p:nvPr>
            <p:ph type="body" sz="quarter" idx="18"/>
          </p:nvPr>
        </p:nvSpPr>
        <p:spPr>
          <a:xfrm>
            <a:off x="0" y="0"/>
            <a:ext cx="12192000" cy="5723182"/>
          </a:xfrm>
        </p:spPr>
        <p:txBody>
          <a:bodyPr/>
          <a:lstStyle/>
          <a:p>
            <a:endParaRPr lang="en-NL" noProof="0" dirty="0"/>
          </a:p>
        </p:txBody>
      </p:sp>
      <p:sp>
        <p:nvSpPr>
          <p:cNvPr id="23" name="Text Placeholder 3">
            <a:extLst>
              <a:ext uri="{FF2B5EF4-FFF2-40B4-BE49-F238E27FC236}">
                <a16:creationId xmlns:a16="http://schemas.microsoft.com/office/drawing/2014/main" id="{39EB40DD-8DAF-3E78-0C13-A19D417437AE}"/>
              </a:ext>
            </a:extLst>
          </p:cNvPr>
          <p:cNvSpPr>
            <a:spLocks noGrp="1"/>
          </p:cNvSpPr>
          <p:nvPr>
            <p:ph type="body" sz="quarter" idx="12"/>
          </p:nvPr>
        </p:nvSpPr>
        <p:spPr>
          <a:xfrm>
            <a:off x="533400" y="0"/>
            <a:ext cx="6781800" cy="6324600"/>
          </a:xfrm>
        </p:spPr>
        <p:txBody>
          <a:bodyPr/>
          <a:lstStyle/>
          <a:p>
            <a:endParaRPr lang="en-NL" noProof="0" dirty="0"/>
          </a:p>
        </p:txBody>
      </p:sp>
      <p:sp>
        <p:nvSpPr>
          <p:cNvPr id="6" name="Titel 5">
            <a:extLst>
              <a:ext uri="{FF2B5EF4-FFF2-40B4-BE49-F238E27FC236}">
                <a16:creationId xmlns:a16="http://schemas.microsoft.com/office/drawing/2014/main" id="{42E1A95A-498D-4FBF-89B7-F69EA69E82DD}"/>
              </a:ext>
            </a:extLst>
          </p:cNvPr>
          <p:cNvSpPr>
            <a:spLocks noGrp="1"/>
          </p:cNvSpPr>
          <p:nvPr>
            <p:ph type="title"/>
          </p:nvPr>
        </p:nvSpPr>
        <p:spPr>
          <a:xfrm>
            <a:off x="1266825" y="2265916"/>
            <a:ext cx="5314950" cy="3488998"/>
          </a:xfrm>
        </p:spPr>
        <p:txBody>
          <a:bodyPr anchor="b">
            <a:normAutofit/>
          </a:bodyPr>
          <a:lstStyle/>
          <a:p>
            <a:r>
              <a:rPr lang="en-NL" noProof="0" dirty="0"/>
              <a:t>LET’S INSTALL SAT</a:t>
            </a:r>
          </a:p>
        </p:txBody>
      </p:sp>
    </p:spTree>
    <p:extLst>
      <p:ext uri="{BB962C8B-B14F-4D97-AF65-F5344CB8AC3E}">
        <p14:creationId xmlns:p14="http://schemas.microsoft.com/office/powerpoint/2010/main" val="2517572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2AA87217-F081-D566-4CB5-FFCBC5F69EDF}"/>
              </a:ext>
            </a:extLst>
          </p:cNvPr>
          <p:cNvSpPr>
            <a:spLocks noGrp="1"/>
          </p:cNvSpPr>
          <p:nvPr>
            <p:ph type="title"/>
          </p:nvPr>
        </p:nvSpPr>
        <p:spPr/>
        <p:txBody>
          <a:bodyPr/>
          <a:lstStyle/>
          <a:p>
            <a:r>
              <a:rPr lang="en-NL" noProof="0" dirty="0"/>
              <a:t>REQUIREMENTS</a:t>
            </a:r>
          </a:p>
        </p:txBody>
      </p:sp>
      <p:sp>
        <p:nvSpPr>
          <p:cNvPr id="2" name="Tekstvak 1">
            <a:extLst>
              <a:ext uri="{FF2B5EF4-FFF2-40B4-BE49-F238E27FC236}">
                <a16:creationId xmlns:a16="http://schemas.microsoft.com/office/drawing/2014/main" id="{8D852CBB-2E13-9634-1AE7-C4C859CBE9BB}"/>
              </a:ext>
            </a:extLst>
          </p:cNvPr>
          <p:cNvSpPr txBox="1"/>
          <p:nvPr/>
        </p:nvSpPr>
        <p:spPr>
          <a:xfrm>
            <a:off x="911424" y="1772816"/>
            <a:ext cx="10442376" cy="1200329"/>
          </a:xfrm>
          <a:prstGeom prst="rect">
            <a:avLst/>
          </a:prstGeom>
          <a:noFill/>
        </p:spPr>
        <p:txBody>
          <a:bodyPr wrap="square" rtlCol="0">
            <a:spAutoFit/>
          </a:bodyPr>
          <a:lstStyle/>
          <a:p>
            <a:pPr marL="285750" indent="-285750">
              <a:buFontTx/>
              <a:buChar char="-"/>
            </a:pPr>
            <a:r>
              <a:rPr lang="en-NL" noProof="0" dirty="0"/>
              <a:t>An Entra App Registry to be used as Identity with </a:t>
            </a:r>
            <a:r>
              <a:rPr lang="en-NL" noProof="0" dirty="0" err="1"/>
              <a:t>privilidge</a:t>
            </a:r>
            <a:r>
              <a:rPr lang="en-NL" noProof="0" dirty="0"/>
              <a:t> permission on </a:t>
            </a:r>
          </a:p>
          <a:p>
            <a:pPr marL="742950" lvl="1" indent="-285750">
              <a:buFontTx/>
              <a:buChar char="-"/>
            </a:pPr>
            <a:r>
              <a:rPr lang="en-NL" noProof="0" dirty="0"/>
              <a:t>Azure Subscription Owner (RBAC)</a:t>
            </a:r>
          </a:p>
          <a:p>
            <a:pPr marL="742950" lvl="1" indent="-285750">
              <a:buFontTx/>
              <a:buChar char="-"/>
            </a:pPr>
            <a:r>
              <a:rPr lang="en-NL" noProof="0" dirty="0"/>
              <a:t>Databricks Account </a:t>
            </a:r>
          </a:p>
          <a:p>
            <a:pPr marL="742950" lvl="1" indent="-285750">
              <a:buFontTx/>
              <a:buChar char="-"/>
            </a:pPr>
            <a:r>
              <a:rPr lang="en-NL" noProof="0" dirty="0"/>
              <a:t>All Databricks Workspaces where analysis required.</a:t>
            </a:r>
          </a:p>
        </p:txBody>
      </p:sp>
      <p:sp>
        <p:nvSpPr>
          <p:cNvPr id="3" name="Tekstvak 2">
            <a:extLst>
              <a:ext uri="{FF2B5EF4-FFF2-40B4-BE49-F238E27FC236}">
                <a16:creationId xmlns:a16="http://schemas.microsoft.com/office/drawing/2014/main" id="{00412CE7-58E8-7255-3CD0-F25B20AD737E}"/>
              </a:ext>
            </a:extLst>
          </p:cNvPr>
          <p:cNvSpPr txBox="1"/>
          <p:nvPr/>
        </p:nvSpPr>
        <p:spPr>
          <a:xfrm>
            <a:off x="911424" y="3429000"/>
            <a:ext cx="10442376" cy="2031325"/>
          </a:xfrm>
          <a:prstGeom prst="rect">
            <a:avLst/>
          </a:prstGeom>
          <a:noFill/>
        </p:spPr>
        <p:txBody>
          <a:bodyPr wrap="square" rtlCol="0">
            <a:spAutoFit/>
          </a:bodyPr>
          <a:lstStyle/>
          <a:p>
            <a:pPr marL="285750" indent="-285750">
              <a:buFontTx/>
              <a:buChar char="-"/>
            </a:pPr>
            <a:r>
              <a:rPr lang="en-NL" noProof="0" dirty="0"/>
              <a:t>Python 3.9 or higher</a:t>
            </a:r>
          </a:p>
          <a:p>
            <a:pPr marL="285750" indent="-285750">
              <a:buFontTx/>
              <a:buChar char="-"/>
            </a:pPr>
            <a:r>
              <a:rPr lang="en-NL" noProof="0" dirty="0"/>
              <a:t>Databricks CLI installed with a profile logged.</a:t>
            </a:r>
          </a:p>
          <a:p>
            <a:pPr marL="285750" indent="-285750">
              <a:buFontTx/>
              <a:buChar char="-"/>
            </a:pPr>
            <a:r>
              <a:rPr lang="en-NL" noProof="0" dirty="0"/>
              <a:t>Databricks SQL Warehouse (To run the SQL dashboard)</a:t>
            </a:r>
          </a:p>
          <a:p>
            <a:pPr marL="285750" indent="-285750">
              <a:buFontTx/>
              <a:buChar char="-"/>
            </a:pPr>
            <a:r>
              <a:rPr lang="en-NL" noProof="0" dirty="0" err="1"/>
              <a:t>PyPI</a:t>
            </a:r>
            <a:r>
              <a:rPr lang="en-NL" noProof="0" dirty="0"/>
              <a:t> access from your workspace (To install the SAT utility library)</a:t>
            </a:r>
          </a:p>
          <a:p>
            <a:pPr marL="742950" lvl="1" indent="-285750">
              <a:buFontTx/>
              <a:buChar char="-"/>
            </a:pPr>
            <a:r>
              <a:rPr lang="en-NL" noProof="0" dirty="0">
                <a:hlinkClick r:id="rId2"/>
              </a:rPr>
              <a:t>https://pypi.org/project/dbl-sat-sdk/</a:t>
            </a:r>
            <a:endParaRPr lang="en-NL" noProof="0" dirty="0"/>
          </a:p>
          <a:p>
            <a:pPr marL="742950" lvl="1" indent="-285750">
              <a:buFontTx/>
              <a:buChar char="-"/>
            </a:pPr>
            <a:r>
              <a:rPr lang="en-NL" noProof="0" dirty="0"/>
              <a:t>You can also modify SAT code to handle isolated installation if your workspace has no Public access </a:t>
            </a:r>
          </a:p>
          <a:p>
            <a:endParaRPr lang="en-NL" noProof="0" dirty="0"/>
          </a:p>
        </p:txBody>
      </p:sp>
    </p:spTree>
    <p:extLst>
      <p:ext uri="{BB962C8B-B14F-4D97-AF65-F5344CB8AC3E}">
        <p14:creationId xmlns:p14="http://schemas.microsoft.com/office/powerpoint/2010/main" val="220688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4E46B-892A-0469-2DEE-E73DF8B9242A}"/>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BFABA035-05C6-D77A-6B55-E245B0BEC9E4}"/>
              </a:ext>
            </a:extLst>
          </p:cNvPr>
          <p:cNvSpPr>
            <a:spLocks noGrp="1"/>
          </p:cNvSpPr>
          <p:nvPr>
            <p:ph type="title"/>
          </p:nvPr>
        </p:nvSpPr>
        <p:spPr/>
        <p:txBody>
          <a:bodyPr/>
          <a:lstStyle/>
          <a:p>
            <a:r>
              <a:rPr lang="en-NL" noProof="0" dirty="0"/>
              <a:t>EXTRA REQUIREMENTS</a:t>
            </a:r>
          </a:p>
        </p:txBody>
      </p:sp>
      <p:sp>
        <p:nvSpPr>
          <p:cNvPr id="2" name="Tekstvak 1">
            <a:extLst>
              <a:ext uri="{FF2B5EF4-FFF2-40B4-BE49-F238E27FC236}">
                <a16:creationId xmlns:a16="http://schemas.microsoft.com/office/drawing/2014/main" id="{7552DFB0-B638-108E-5D16-92644E7FEBA2}"/>
              </a:ext>
            </a:extLst>
          </p:cNvPr>
          <p:cNvSpPr txBox="1"/>
          <p:nvPr/>
        </p:nvSpPr>
        <p:spPr>
          <a:xfrm>
            <a:off x="911424" y="1772816"/>
            <a:ext cx="10442376" cy="2862322"/>
          </a:xfrm>
          <a:prstGeom prst="rect">
            <a:avLst/>
          </a:prstGeom>
          <a:noFill/>
        </p:spPr>
        <p:txBody>
          <a:bodyPr wrap="square" rtlCol="0">
            <a:spAutoFit/>
          </a:bodyPr>
          <a:lstStyle/>
          <a:p>
            <a:pPr marL="285750" indent="-285750">
              <a:buFontTx/>
              <a:buChar char="-"/>
            </a:pPr>
            <a:r>
              <a:rPr lang="en-NL" noProof="0" dirty="0"/>
              <a:t>Databricks Configuration file (.</a:t>
            </a:r>
            <a:r>
              <a:rPr lang="en-NL" noProof="0" dirty="0" err="1"/>
              <a:t>dabrickscfg</a:t>
            </a:r>
            <a:r>
              <a:rPr lang="en-NL" noProof="0" dirty="0"/>
              <a:t>).</a:t>
            </a:r>
          </a:p>
          <a:p>
            <a:pPr marL="285750" indent="-285750">
              <a:buFontTx/>
              <a:buChar char="-"/>
            </a:pPr>
            <a:r>
              <a:rPr lang="en-NL" noProof="0" dirty="0"/>
              <a:t>Not mandatory but good advise, have a dedicated </a:t>
            </a:r>
            <a:r>
              <a:rPr lang="en-NL" b="1" i="1" noProof="0" dirty="0"/>
              <a:t>monitoring </a:t>
            </a:r>
            <a:r>
              <a:rPr lang="en-NL" noProof="0" dirty="0"/>
              <a:t>workspace to host the solution.</a:t>
            </a:r>
          </a:p>
          <a:p>
            <a:pPr marL="742950" lvl="1" indent="-285750">
              <a:buFontTx/>
              <a:buChar char="-"/>
            </a:pPr>
            <a:r>
              <a:rPr lang="en-NL" noProof="0" dirty="0"/>
              <a:t>This will help you to have centralized SAT solution.</a:t>
            </a:r>
          </a:p>
          <a:p>
            <a:pPr marL="742950" lvl="1" indent="-285750">
              <a:buFontTx/>
              <a:buChar char="-"/>
            </a:pPr>
            <a:r>
              <a:rPr lang="en-NL" noProof="0" dirty="0"/>
              <a:t>Compute within isolated workspace.</a:t>
            </a:r>
          </a:p>
          <a:p>
            <a:pPr marL="742950" lvl="1" indent="-285750">
              <a:buFontTx/>
              <a:buChar char="-"/>
            </a:pPr>
            <a:endParaRPr lang="en-NL" noProof="0" dirty="0"/>
          </a:p>
          <a:p>
            <a:pPr marL="285750" indent="-285750">
              <a:buFontTx/>
              <a:buChar char="-"/>
            </a:pPr>
            <a:r>
              <a:rPr lang="en-NL" noProof="0" dirty="0"/>
              <a:t>GitHub company (preferences) account or individual account.</a:t>
            </a:r>
          </a:p>
          <a:p>
            <a:pPr marL="742950" lvl="1" indent="-285750">
              <a:buFontTx/>
              <a:buChar char="-"/>
            </a:pPr>
            <a:r>
              <a:rPr lang="en-NL" noProof="0" dirty="0"/>
              <a:t>This will be very helpful when questions or possibles issues.</a:t>
            </a:r>
          </a:p>
          <a:p>
            <a:pPr marL="742950" lvl="1" indent="-285750">
              <a:buFontTx/>
              <a:buChar char="-"/>
            </a:pPr>
            <a:endParaRPr lang="en-NL" noProof="0" dirty="0"/>
          </a:p>
          <a:p>
            <a:pPr marL="285750" indent="-285750">
              <a:buFontTx/>
              <a:buChar char="-"/>
            </a:pPr>
            <a:r>
              <a:rPr lang="en-NL" noProof="0" dirty="0"/>
              <a:t>Knowledge handling DABS (Databricks Asset Bundles)</a:t>
            </a:r>
          </a:p>
          <a:p>
            <a:pPr marL="742950" lvl="1" indent="-285750">
              <a:buFontTx/>
              <a:buChar char="-"/>
            </a:pPr>
            <a:r>
              <a:rPr lang="en-NL" noProof="0" dirty="0"/>
              <a:t>Micro Bundles</a:t>
            </a:r>
          </a:p>
        </p:txBody>
      </p:sp>
      <p:pic>
        <p:nvPicPr>
          <p:cNvPr id="4" name="Picture 2" descr="4,900+ Top Tips Icon Stock Illustrations, Royalty-Free Vector Graphics &amp;  Clip Art - iStock">
            <a:extLst>
              <a:ext uri="{FF2B5EF4-FFF2-40B4-BE49-F238E27FC236}">
                <a16:creationId xmlns:a16="http://schemas.microsoft.com/office/drawing/2014/main" id="{FB2D8F37-0381-B482-4BC6-1CF0A65C6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0416" y="2060848"/>
            <a:ext cx="1079376" cy="742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065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el 42">
            <a:extLst>
              <a:ext uri="{FF2B5EF4-FFF2-40B4-BE49-F238E27FC236}">
                <a16:creationId xmlns:a16="http://schemas.microsoft.com/office/drawing/2014/main" id="{7FC601D8-EE3A-0CC7-7674-955C1D4023DA}"/>
              </a:ext>
            </a:extLst>
          </p:cNvPr>
          <p:cNvSpPr>
            <a:spLocks noGrp="1"/>
          </p:cNvSpPr>
          <p:nvPr>
            <p:ph type="title"/>
          </p:nvPr>
        </p:nvSpPr>
        <p:spPr>
          <a:xfrm>
            <a:off x="551384" y="476672"/>
            <a:ext cx="10805160" cy="707886"/>
          </a:xfrm>
        </p:spPr>
        <p:txBody>
          <a:bodyPr anchor="t">
            <a:normAutofit/>
          </a:bodyPr>
          <a:lstStyle/>
          <a:p>
            <a:r>
              <a:rPr lang="en-NL" noProof="0" dirty="0"/>
              <a:t>BEFORE installing SAT</a:t>
            </a:r>
          </a:p>
        </p:txBody>
      </p:sp>
      <p:sp>
        <p:nvSpPr>
          <p:cNvPr id="2" name="Tekstvak 1">
            <a:extLst>
              <a:ext uri="{FF2B5EF4-FFF2-40B4-BE49-F238E27FC236}">
                <a16:creationId xmlns:a16="http://schemas.microsoft.com/office/drawing/2014/main" id="{E06EDEF2-BCE4-6B65-8040-B236FE07F2FC}"/>
              </a:ext>
            </a:extLst>
          </p:cNvPr>
          <p:cNvSpPr txBox="1"/>
          <p:nvPr/>
        </p:nvSpPr>
        <p:spPr>
          <a:xfrm>
            <a:off x="580565" y="1454586"/>
            <a:ext cx="11161240" cy="1200329"/>
          </a:xfrm>
          <a:prstGeom prst="rect">
            <a:avLst/>
          </a:prstGeom>
          <a:noFill/>
        </p:spPr>
        <p:txBody>
          <a:bodyPr wrap="square" rtlCol="0">
            <a:spAutoFit/>
          </a:bodyPr>
          <a:lstStyle/>
          <a:p>
            <a:pPr marL="285750" indent="-285750">
              <a:buFont typeface="Arial" panose="020B0604020202020204" pitchFamily="34" charset="0"/>
              <a:buChar char="•"/>
            </a:pPr>
            <a:r>
              <a:rPr lang="en-NL" noProof="0" dirty="0"/>
              <a:t>Study the Job YAML and adjust the Workers type that suits your region and Compute usage.</a:t>
            </a:r>
          </a:p>
          <a:p>
            <a:pPr lvl="1"/>
            <a:r>
              <a:rPr lang="en-NL" noProof="0" dirty="0"/>
              <a:t>Adjust job cluster via:</a:t>
            </a:r>
          </a:p>
          <a:p>
            <a:pPr lvl="1"/>
            <a:r>
              <a:rPr lang="en-NL" noProof="0" dirty="0"/>
              <a:t>Source Code \ dabs \ </a:t>
            </a:r>
            <a:r>
              <a:rPr lang="en-NL" noProof="0" dirty="0" err="1"/>
              <a:t>dabs_template</a:t>
            </a:r>
            <a:r>
              <a:rPr lang="en-NL" noProof="0" dirty="0"/>
              <a:t> \ template \ </a:t>
            </a:r>
            <a:r>
              <a:rPr lang="en-NL" noProof="0" dirty="0" err="1"/>
              <a:t>tmp</a:t>
            </a:r>
            <a:r>
              <a:rPr lang="en-NL" noProof="0" dirty="0"/>
              <a:t> \ resources \ </a:t>
            </a:r>
            <a:r>
              <a:rPr lang="en-NL" noProof="0" dirty="0" err="1"/>
              <a:t>sat_initializer_job.yml.tmpl</a:t>
            </a:r>
            <a:endParaRPr lang="en-NL" noProof="0" dirty="0"/>
          </a:p>
          <a:p>
            <a:pPr lvl="1"/>
            <a:r>
              <a:rPr lang="en-NL" noProof="0" dirty="0"/>
              <a:t>													     \ </a:t>
            </a:r>
            <a:r>
              <a:rPr lang="en-NL" noProof="0" dirty="0" err="1"/>
              <a:t>sat_driver_job.yml.tmpl</a:t>
            </a:r>
            <a:endParaRPr lang="en-NL" noProof="0" dirty="0"/>
          </a:p>
        </p:txBody>
      </p:sp>
      <p:sp>
        <p:nvSpPr>
          <p:cNvPr id="3" name="Tekstvak 2">
            <a:extLst>
              <a:ext uri="{FF2B5EF4-FFF2-40B4-BE49-F238E27FC236}">
                <a16:creationId xmlns:a16="http://schemas.microsoft.com/office/drawing/2014/main" id="{FF1D6C2B-E084-945E-5E11-1E55A673DAAE}"/>
              </a:ext>
            </a:extLst>
          </p:cNvPr>
          <p:cNvSpPr txBox="1"/>
          <p:nvPr/>
        </p:nvSpPr>
        <p:spPr>
          <a:xfrm>
            <a:off x="3791744" y="3105834"/>
            <a:ext cx="7200800" cy="646331"/>
          </a:xfrm>
          <a:prstGeom prst="rect">
            <a:avLst/>
          </a:prstGeom>
          <a:noFill/>
        </p:spPr>
        <p:txBody>
          <a:bodyPr wrap="square" rtlCol="0">
            <a:spAutoFit/>
          </a:bodyPr>
          <a:lstStyle/>
          <a:p>
            <a:pPr marL="285750" indent="-285750">
              <a:buFont typeface="Arial" panose="020B0604020202020204" pitchFamily="34" charset="0"/>
              <a:buChar char="•"/>
            </a:pPr>
            <a:r>
              <a:rPr lang="en-NL" noProof="0" dirty="0"/>
              <a:t>Provide Workspace admin access to Service account to all workspace where analysis required.</a:t>
            </a:r>
          </a:p>
        </p:txBody>
      </p:sp>
      <p:pic>
        <p:nvPicPr>
          <p:cNvPr id="5" name="Afbeelding 4">
            <a:extLst>
              <a:ext uri="{FF2B5EF4-FFF2-40B4-BE49-F238E27FC236}">
                <a16:creationId xmlns:a16="http://schemas.microsoft.com/office/drawing/2014/main" id="{2337F772-A4EC-FA14-F77B-271A1429017E}"/>
              </a:ext>
            </a:extLst>
          </p:cNvPr>
          <p:cNvPicPr>
            <a:picLocks noChangeAspect="1"/>
          </p:cNvPicPr>
          <p:nvPr/>
        </p:nvPicPr>
        <p:blipFill>
          <a:blip r:embed="rId2"/>
          <a:stretch>
            <a:fillRect/>
          </a:stretch>
        </p:blipFill>
        <p:spPr>
          <a:xfrm>
            <a:off x="4611198" y="3917401"/>
            <a:ext cx="6408712" cy="2463927"/>
          </a:xfrm>
          <a:prstGeom prst="rect">
            <a:avLst/>
          </a:prstGeom>
          <a:ln>
            <a:solidFill>
              <a:schemeClr val="bg1">
                <a:lumMod val="50000"/>
              </a:schemeClr>
            </a:solidFill>
          </a:ln>
        </p:spPr>
      </p:pic>
      <p:pic>
        <p:nvPicPr>
          <p:cNvPr id="7" name="Afbeelding 6">
            <a:extLst>
              <a:ext uri="{FF2B5EF4-FFF2-40B4-BE49-F238E27FC236}">
                <a16:creationId xmlns:a16="http://schemas.microsoft.com/office/drawing/2014/main" id="{A0CC31F3-F775-7A6C-C799-36FBC09B9D99}"/>
              </a:ext>
            </a:extLst>
          </p:cNvPr>
          <p:cNvPicPr>
            <a:picLocks noChangeAspect="1"/>
          </p:cNvPicPr>
          <p:nvPr/>
        </p:nvPicPr>
        <p:blipFill>
          <a:blip r:embed="rId3"/>
          <a:stretch>
            <a:fillRect/>
          </a:stretch>
        </p:blipFill>
        <p:spPr>
          <a:xfrm>
            <a:off x="983432" y="2663767"/>
            <a:ext cx="2305168" cy="3378374"/>
          </a:xfrm>
          <a:prstGeom prst="rect">
            <a:avLst/>
          </a:prstGeom>
          <a:ln>
            <a:solidFill>
              <a:schemeClr val="bg1">
                <a:lumMod val="50000"/>
              </a:schemeClr>
            </a:solidFill>
          </a:ln>
        </p:spPr>
      </p:pic>
    </p:spTree>
    <p:extLst>
      <p:ext uri="{BB962C8B-B14F-4D97-AF65-F5344CB8AC3E}">
        <p14:creationId xmlns:p14="http://schemas.microsoft.com/office/powerpoint/2010/main" val="4170991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4E1C466-898D-BD85-98A1-630A7F15DED5}"/>
              </a:ext>
            </a:extLst>
          </p:cNvPr>
          <p:cNvSpPr>
            <a:spLocks noGrp="1"/>
          </p:cNvSpPr>
          <p:nvPr>
            <p:ph type="title"/>
          </p:nvPr>
        </p:nvSpPr>
        <p:spPr>
          <a:xfrm>
            <a:off x="623392" y="764704"/>
            <a:ext cx="10805160" cy="707886"/>
          </a:xfrm>
        </p:spPr>
        <p:txBody>
          <a:bodyPr/>
          <a:lstStyle/>
          <a:p>
            <a:r>
              <a:rPr lang="en-NL" noProof="0" dirty="0"/>
              <a:t>Before installing sat</a:t>
            </a:r>
          </a:p>
        </p:txBody>
      </p:sp>
      <p:pic>
        <p:nvPicPr>
          <p:cNvPr id="9" name="Afbeelding 8">
            <a:extLst>
              <a:ext uri="{FF2B5EF4-FFF2-40B4-BE49-F238E27FC236}">
                <a16:creationId xmlns:a16="http://schemas.microsoft.com/office/drawing/2014/main" id="{6E9CDB8B-49FA-3EDB-B759-A051D16C5ADA}"/>
              </a:ext>
            </a:extLst>
          </p:cNvPr>
          <p:cNvPicPr>
            <a:picLocks noChangeAspect="1"/>
          </p:cNvPicPr>
          <p:nvPr/>
        </p:nvPicPr>
        <p:blipFill>
          <a:blip r:embed="rId2"/>
          <a:stretch>
            <a:fillRect/>
          </a:stretch>
        </p:blipFill>
        <p:spPr>
          <a:xfrm>
            <a:off x="2279576" y="2636912"/>
            <a:ext cx="6807550" cy="2730640"/>
          </a:xfrm>
          <a:prstGeom prst="rect">
            <a:avLst/>
          </a:prstGeom>
          <a:ln>
            <a:solidFill>
              <a:schemeClr val="bg1">
                <a:lumMod val="50000"/>
              </a:schemeClr>
            </a:solidFill>
          </a:ln>
        </p:spPr>
      </p:pic>
      <p:sp>
        <p:nvSpPr>
          <p:cNvPr id="10" name="Tekstvak 9">
            <a:extLst>
              <a:ext uri="{FF2B5EF4-FFF2-40B4-BE49-F238E27FC236}">
                <a16:creationId xmlns:a16="http://schemas.microsoft.com/office/drawing/2014/main" id="{481C74F7-8965-6421-32DC-DDA9D6D04938}"/>
              </a:ext>
            </a:extLst>
          </p:cNvPr>
          <p:cNvSpPr txBox="1"/>
          <p:nvPr/>
        </p:nvSpPr>
        <p:spPr>
          <a:xfrm>
            <a:off x="767408" y="1624443"/>
            <a:ext cx="8928992" cy="646331"/>
          </a:xfrm>
          <a:prstGeom prst="rect">
            <a:avLst/>
          </a:prstGeom>
          <a:noFill/>
        </p:spPr>
        <p:txBody>
          <a:bodyPr wrap="square" rtlCol="0">
            <a:spAutoFit/>
          </a:bodyPr>
          <a:lstStyle/>
          <a:p>
            <a:r>
              <a:rPr lang="en-NL" noProof="0" dirty="0"/>
              <a:t>If you are familiar with the (manual) self assessments checks, then you can enable them before installing or after. It depends on what you want to evaluate.</a:t>
            </a:r>
          </a:p>
        </p:txBody>
      </p:sp>
    </p:spTree>
    <p:extLst>
      <p:ext uri="{BB962C8B-B14F-4D97-AF65-F5344CB8AC3E}">
        <p14:creationId xmlns:p14="http://schemas.microsoft.com/office/powerpoint/2010/main" val="1555073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6039-5F14-D9A9-5816-8DB408CE8D8A}"/>
            </a:ext>
          </a:extLst>
        </p:cNvPr>
        <p:cNvGrpSpPr/>
        <p:nvPr/>
      </p:nvGrpSpPr>
      <p:grpSpPr>
        <a:xfrm>
          <a:off x="0" y="0"/>
          <a:ext cx="0" cy="0"/>
          <a:chOff x="0" y="0"/>
          <a:chExt cx="0" cy="0"/>
        </a:xfrm>
      </p:grpSpPr>
      <p:sp>
        <p:nvSpPr>
          <p:cNvPr id="43" name="Titel 42">
            <a:extLst>
              <a:ext uri="{FF2B5EF4-FFF2-40B4-BE49-F238E27FC236}">
                <a16:creationId xmlns:a16="http://schemas.microsoft.com/office/drawing/2014/main" id="{BFBA0A05-08E8-D204-D1D9-6E29FA9B534D}"/>
              </a:ext>
            </a:extLst>
          </p:cNvPr>
          <p:cNvSpPr>
            <a:spLocks noGrp="1"/>
          </p:cNvSpPr>
          <p:nvPr>
            <p:ph type="title"/>
          </p:nvPr>
        </p:nvSpPr>
        <p:spPr/>
        <p:txBody>
          <a:bodyPr/>
          <a:lstStyle/>
          <a:p>
            <a:r>
              <a:rPr lang="en-NL" noProof="0" dirty="0"/>
              <a:t>DURING installation</a:t>
            </a:r>
          </a:p>
        </p:txBody>
      </p:sp>
      <p:sp>
        <p:nvSpPr>
          <p:cNvPr id="2" name="Tekstvak 1">
            <a:extLst>
              <a:ext uri="{FF2B5EF4-FFF2-40B4-BE49-F238E27FC236}">
                <a16:creationId xmlns:a16="http://schemas.microsoft.com/office/drawing/2014/main" id="{2C65FD6B-5E8D-131F-6538-E1C509562795}"/>
              </a:ext>
            </a:extLst>
          </p:cNvPr>
          <p:cNvSpPr txBox="1"/>
          <p:nvPr/>
        </p:nvSpPr>
        <p:spPr>
          <a:xfrm>
            <a:off x="549148" y="1844824"/>
            <a:ext cx="11161240" cy="369332"/>
          </a:xfrm>
          <a:prstGeom prst="rect">
            <a:avLst/>
          </a:prstGeom>
          <a:noFill/>
        </p:spPr>
        <p:txBody>
          <a:bodyPr wrap="square" rtlCol="0">
            <a:spAutoFit/>
          </a:bodyPr>
          <a:lstStyle/>
          <a:p>
            <a:pPr marL="285750" indent="-285750">
              <a:buFont typeface="Arial" panose="020B0604020202020204" pitchFamily="34" charset="0"/>
              <a:buChar char="•"/>
            </a:pPr>
            <a:r>
              <a:rPr lang="en-NL" noProof="0" dirty="0"/>
              <a:t>Logging (Workspace -&gt; logs)</a:t>
            </a:r>
          </a:p>
        </p:txBody>
      </p:sp>
      <p:pic>
        <p:nvPicPr>
          <p:cNvPr id="4" name="Afbeelding 3">
            <a:extLst>
              <a:ext uri="{FF2B5EF4-FFF2-40B4-BE49-F238E27FC236}">
                <a16:creationId xmlns:a16="http://schemas.microsoft.com/office/drawing/2014/main" id="{6791FB65-D815-C2E0-FAEE-238C852238BC}"/>
              </a:ext>
            </a:extLst>
          </p:cNvPr>
          <p:cNvPicPr>
            <a:picLocks noChangeAspect="1"/>
          </p:cNvPicPr>
          <p:nvPr/>
        </p:nvPicPr>
        <p:blipFill>
          <a:blip r:embed="rId2"/>
          <a:stretch>
            <a:fillRect/>
          </a:stretch>
        </p:blipFill>
        <p:spPr>
          <a:xfrm>
            <a:off x="6096000" y="2530141"/>
            <a:ext cx="5123306" cy="3283757"/>
          </a:xfrm>
          <a:prstGeom prst="rect">
            <a:avLst/>
          </a:prstGeom>
          <a:ln>
            <a:solidFill>
              <a:schemeClr val="bg1">
                <a:lumMod val="50000"/>
              </a:schemeClr>
            </a:solidFill>
          </a:ln>
        </p:spPr>
      </p:pic>
      <p:pic>
        <p:nvPicPr>
          <p:cNvPr id="6" name="Afbeelding 5">
            <a:extLst>
              <a:ext uri="{FF2B5EF4-FFF2-40B4-BE49-F238E27FC236}">
                <a16:creationId xmlns:a16="http://schemas.microsoft.com/office/drawing/2014/main" id="{1C67D0BA-D2E3-56FC-1F0B-EA22B8B23C41}"/>
              </a:ext>
            </a:extLst>
          </p:cNvPr>
          <p:cNvPicPr>
            <a:picLocks noChangeAspect="1"/>
          </p:cNvPicPr>
          <p:nvPr/>
        </p:nvPicPr>
        <p:blipFill>
          <a:blip r:embed="rId3"/>
          <a:stretch>
            <a:fillRect/>
          </a:stretch>
        </p:blipFill>
        <p:spPr>
          <a:xfrm>
            <a:off x="1487488" y="2530141"/>
            <a:ext cx="3797495" cy="3283119"/>
          </a:xfrm>
          <a:prstGeom prst="rect">
            <a:avLst/>
          </a:prstGeom>
          <a:ln>
            <a:solidFill>
              <a:schemeClr val="bg1">
                <a:lumMod val="50000"/>
              </a:schemeClr>
            </a:solidFill>
          </a:ln>
        </p:spPr>
      </p:pic>
      <p:sp>
        <p:nvSpPr>
          <p:cNvPr id="7" name="Pijl: omhoog 6">
            <a:extLst>
              <a:ext uri="{FF2B5EF4-FFF2-40B4-BE49-F238E27FC236}">
                <a16:creationId xmlns:a16="http://schemas.microsoft.com/office/drawing/2014/main" id="{E3CAFF64-3626-40F0-4B05-9E2742B76AD9}"/>
              </a:ext>
            </a:extLst>
          </p:cNvPr>
          <p:cNvSpPr/>
          <p:nvPr/>
        </p:nvSpPr>
        <p:spPr>
          <a:xfrm rot="5400000">
            <a:off x="5555333" y="3955676"/>
            <a:ext cx="348184" cy="43204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noProof="0" dirty="0"/>
          </a:p>
        </p:txBody>
      </p:sp>
    </p:spTree>
    <p:extLst>
      <p:ext uri="{BB962C8B-B14F-4D97-AF65-F5344CB8AC3E}">
        <p14:creationId xmlns:p14="http://schemas.microsoft.com/office/powerpoint/2010/main" val="3087085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9124F5-D8FB-4FF2-B7B9-BB715D080E5F}"/>
              </a:ext>
            </a:extLst>
          </p:cNvPr>
          <p:cNvSpPr>
            <a:spLocks noGrp="1"/>
          </p:cNvSpPr>
          <p:nvPr>
            <p:ph type="title"/>
          </p:nvPr>
        </p:nvSpPr>
        <p:spPr/>
        <p:txBody>
          <a:bodyPr/>
          <a:lstStyle/>
          <a:p>
            <a:r>
              <a:rPr lang="en-NL" noProof="0" dirty="0"/>
              <a:t>During installation</a:t>
            </a:r>
          </a:p>
        </p:txBody>
      </p:sp>
      <p:sp>
        <p:nvSpPr>
          <p:cNvPr id="4" name="Tekstvak 3">
            <a:extLst>
              <a:ext uri="{FF2B5EF4-FFF2-40B4-BE49-F238E27FC236}">
                <a16:creationId xmlns:a16="http://schemas.microsoft.com/office/drawing/2014/main" id="{09FAF2CF-DF85-16DC-839E-CEFDE1EE8663}"/>
              </a:ext>
            </a:extLst>
          </p:cNvPr>
          <p:cNvSpPr txBox="1"/>
          <p:nvPr/>
        </p:nvSpPr>
        <p:spPr>
          <a:xfrm>
            <a:off x="623392" y="1832562"/>
            <a:ext cx="6768752" cy="646331"/>
          </a:xfrm>
          <a:prstGeom prst="rect">
            <a:avLst/>
          </a:prstGeom>
          <a:noFill/>
        </p:spPr>
        <p:txBody>
          <a:bodyPr wrap="square" rtlCol="0">
            <a:spAutoFit/>
          </a:bodyPr>
          <a:lstStyle/>
          <a:p>
            <a:pPr marL="285750" indent="-285750">
              <a:buFont typeface="Arial" panose="020B0604020202020204" pitchFamily="34" charset="0"/>
              <a:buChar char="•"/>
            </a:pPr>
            <a:r>
              <a:rPr lang="en-NL" noProof="0" dirty="0"/>
              <a:t>Make use of Diagnosis Notebooks to troubleshoot during installation.</a:t>
            </a:r>
          </a:p>
          <a:p>
            <a:pPr lvl="1"/>
            <a:r>
              <a:rPr lang="en-NL" noProof="0" dirty="0"/>
              <a:t>Very helpful when fixing installation/configuration issues.</a:t>
            </a:r>
          </a:p>
        </p:txBody>
      </p:sp>
      <p:pic>
        <p:nvPicPr>
          <p:cNvPr id="6" name="Afbeelding 5">
            <a:extLst>
              <a:ext uri="{FF2B5EF4-FFF2-40B4-BE49-F238E27FC236}">
                <a16:creationId xmlns:a16="http://schemas.microsoft.com/office/drawing/2014/main" id="{FC63A6CF-B7B8-52DE-A8F9-CBD6F785C712}"/>
              </a:ext>
            </a:extLst>
          </p:cNvPr>
          <p:cNvPicPr>
            <a:picLocks noChangeAspect="1"/>
          </p:cNvPicPr>
          <p:nvPr/>
        </p:nvPicPr>
        <p:blipFill>
          <a:blip r:embed="rId2"/>
          <a:stretch>
            <a:fillRect/>
          </a:stretch>
        </p:blipFill>
        <p:spPr>
          <a:xfrm>
            <a:off x="4439816" y="2783146"/>
            <a:ext cx="3539350" cy="3052427"/>
          </a:xfrm>
          <a:prstGeom prst="rect">
            <a:avLst/>
          </a:prstGeom>
          <a:ln>
            <a:solidFill>
              <a:schemeClr val="bg1">
                <a:lumMod val="50000"/>
              </a:schemeClr>
            </a:solidFill>
          </a:ln>
        </p:spPr>
      </p:pic>
      <p:pic>
        <p:nvPicPr>
          <p:cNvPr id="7" name="Picture 2" descr="4,900+ Top Tips Icon Stock Illustrations, Royalty-Free Vector Graphics &amp;  Clip Art - iStock">
            <a:extLst>
              <a:ext uri="{FF2B5EF4-FFF2-40B4-BE49-F238E27FC236}">
                <a16:creationId xmlns:a16="http://schemas.microsoft.com/office/drawing/2014/main" id="{66C61290-4228-A80E-C1FB-9258D9E5B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8727" y="2612969"/>
            <a:ext cx="1029041" cy="707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50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0"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E723ED5E-6D3C-DCEA-FC86-7F867AE86A7C}"/>
              </a:ext>
            </a:extLst>
          </p:cNvPr>
          <p:cNvSpPr>
            <a:spLocks noGrp="1"/>
          </p:cNvSpPr>
          <p:nvPr>
            <p:ph type="title"/>
          </p:nvPr>
        </p:nvSpPr>
        <p:spPr>
          <a:xfrm>
            <a:off x="443735" y="636657"/>
            <a:ext cx="10805160" cy="707886"/>
          </a:xfrm>
        </p:spPr>
        <p:txBody>
          <a:bodyPr/>
          <a:lstStyle/>
          <a:p>
            <a:r>
              <a:rPr lang="en-NL" noProof="0" dirty="0"/>
              <a:t>AFTER installing sat</a:t>
            </a:r>
          </a:p>
        </p:txBody>
      </p:sp>
      <p:sp>
        <p:nvSpPr>
          <p:cNvPr id="2" name="Tekstvak 1">
            <a:extLst>
              <a:ext uri="{FF2B5EF4-FFF2-40B4-BE49-F238E27FC236}">
                <a16:creationId xmlns:a16="http://schemas.microsoft.com/office/drawing/2014/main" id="{A1C19C61-84E0-3D87-C858-CBCDB2A7525F}"/>
              </a:ext>
            </a:extLst>
          </p:cNvPr>
          <p:cNvSpPr txBox="1"/>
          <p:nvPr/>
        </p:nvSpPr>
        <p:spPr>
          <a:xfrm>
            <a:off x="695400" y="1664513"/>
            <a:ext cx="4517969" cy="923330"/>
          </a:xfrm>
          <a:prstGeom prst="rect">
            <a:avLst/>
          </a:prstGeom>
          <a:noFill/>
        </p:spPr>
        <p:txBody>
          <a:bodyPr wrap="square" rtlCol="0">
            <a:spAutoFit/>
          </a:bodyPr>
          <a:lstStyle/>
          <a:p>
            <a:r>
              <a:rPr lang="en-NL" noProof="0" dirty="0"/>
              <a:t>Run Jobs:</a:t>
            </a:r>
          </a:p>
          <a:p>
            <a:r>
              <a:rPr lang="en-NL" noProof="0" dirty="0"/>
              <a:t>- Initial Job [ Manual Execution &amp; 1 time only ]</a:t>
            </a:r>
          </a:p>
          <a:p>
            <a:r>
              <a:rPr lang="en-NL" noProof="0" dirty="0"/>
              <a:t>- SAT Driver [ 3 days a week Mo-Wed-Fr ]</a:t>
            </a:r>
          </a:p>
        </p:txBody>
      </p:sp>
      <p:pic>
        <p:nvPicPr>
          <p:cNvPr id="4" name="Afbeelding 3">
            <a:extLst>
              <a:ext uri="{FF2B5EF4-FFF2-40B4-BE49-F238E27FC236}">
                <a16:creationId xmlns:a16="http://schemas.microsoft.com/office/drawing/2014/main" id="{4A61098D-3DC9-7A6A-5823-02E472370722}"/>
              </a:ext>
            </a:extLst>
          </p:cNvPr>
          <p:cNvPicPr>
            <a:picLocks noChangeAspect="1"/>
          </p:cNvPicPr>
          <p:nvPr/>
        </p:nvPicPr>
        <p:blipFill>
          <a:blip r:embed="rId2"/>
          <a:stretch>
            <a:fillRect/>
          </a:stretch>
        </p:blipFill>
        <p:spPr>
          <a:xfrm>
            <a:off x="695400" y="2907813"/>
            <a:ext cx="4517969" cy="2465403"/>
          </a:xfrm>
          <a:prstGeom prst="rect">
            <a:avLst/>
          </a:prstGeom>
          <a:ln>
            <a:solidFill>
              <a:schemeClr val="bg1">
                <a:lumMod val="50000"/>
              </a:schemeClr>
            </a:solidFill>
          </a:ln>
        </p:spPr>
      </p:pic>
      <p:pic>
        <p:nvPicPr>
          <p:cNvPr id="5" name="Afbeelding 4">
            <a:extLst>
              <a:ext uri="{FF2B5EF4-FFF2-40B4-BE49-F238E27FC236}">
                <a16:creationId xmlns:a16="http://schemas.microsoft.com/office/drawing/2014/main" id="{AEFC861B-AEEF-4FAB-EEF9-AD3CA5E93FE9}"/>
              </a:ext>
            </a:extLst>
          </p:cNvPr>
          <p:cNvPicPr>
            <a:picLocks noChangeAspect="1"/>
          </p:cNvPicPr>
          <p:nvPr/>
        </p:nvPicPr>
        <p:blipFill>
          <a:blip r:embed="rId3"/>
          <a:stretch>
            <a:fillRect/>
          </a:stretch>
        </p:blipFill>
        <p:spPr>
          <a:xfrm>
            <a:off x="6023992" y="828464"/>
            <a:ext cx="3880688" cy="3518758"/>
          </a:xfrm>
          <a:prstGeom prst="rect">
            <a:avLst/>
          </a:prstGeom>
          <a:ln>
            <a:solidFill>
              <a:schemeClr val="bg1">
                <a:lumMod val="50000"/>
              </a:schemeClr>
            </a:solidFill>
          </a:ln>
        </p:spPr>
      </p:pic>
      <p:sp>
        <p:nvSpPr>
          <p:cNvPr id="14" name="Vrije vorm: vorm 13">
            <a:extLst>
              <a:ext uri="{FF2B5EF4-FFF2-40B4-BE49-F238E27FC236}">
                <a16:creationId xmlns:a16="http://schemas.microsoft.com/office/drawing/2014/main" id="{9CEC85BB-6B98-B868-F6BD-053A87EB523B}"/>
              </a:ext>
            </a:extLst>
          </p:cNvPr>
          <p:cNvSpPr/>
          <p:nvPr/>
        </p:nvSpPr>
        <p:spPr>
          <a:xfrm>
            <a:off x="5091953" y="1075765"/>
            <a:ext cx="878541" cy="4052047"/>
          </a:xfrm>
          <a:custGeom>
            <a:avLst/>
            <a:gdLst>
              <a:gd name="connsiteX0" fmla="*/ 0 w 878541"/>
              <a:gd name="connsiteY0" fmla="*/ 4052047 h 4052047"/>
              <a:gd name="connsiteX1" fmla="*/ 466165 w 878541"/>
              <a:gd name="connsiteY1" fmla="*/ 2268070 h 4052047"/>
              <a:gd name="connsiteX2" fmla="*/ 349623 w 878541"/>
              <a:gd name="connsiteY2" fmla="*/ 546847 h 4052047"/>
              <a:gd name="connsiteX3" fmla="*/ 878541 w 878541"/>
              <a:gd name="connsiteY3" fmla="*/ 0 h 4052047"/>
            </a:gdLst>
            <a:ahLst/>
            <a:cxnLst>
              <a:cxn ang="0">
                <a:pos x="connsiteX0" y="connsiteY0"/>
              </a:cxn>
              <a:cxn ang="0">
                <a:pos x="connsiteX1" y="connsiteY1"/>
              </a:cxn>
              <a:cxn ang="0">
                <a:pos x="connsiteX2" y="connsiteY2"/>
              </a:cxn>
              <a:cxn ang="0">
                <a:pos x="connsiteX3" y="connsiteY3"/>
              </a:cxn>
            </a:cxnLst>
            <a:rect l="l" t="t" r="r" b="b"/>
            <a:pathLst>
              <a:path w="878541" h="4052047">
                <a:moveTo>
                  <a:pt x="0" y="4052047"/>
                </a:moveTo>
                <a:cubicBezTo>
                  <a:pt x="203947" y="3452158"/>
                  <a:pt x="407895" y="2852270"/>
                  <a:pt x="466165" y="2268070"/>
                </a:cubicBezTo>
                <a:cubicBezTo>
                  <a:pt x="524436" y="1683870"/>
                  <a:pt x="280894" y="924859"/>
                  <a:pt x="349623" y="546847"/>
                </a:cubicBezTo>
                <a:cubicBezTo>
                  <a:pt x="418352" y="168835"/>
                  <a:pt x="648446" y="84417"/>
                  <a:pt x="878541" y="0"/>
                </a:cubicBezTo>
              </a:path>
            </a:pathLst>
          </a:custGeom>
          <a:ln w="28575">
            <a:headEnd type="oval" w="med" len="med"/>
            <a:tailEnd type="triangle"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NL" noProof="0" dirty="0"/>
          </a:p>
        </p:txBody>
      </p:sp>
      <p:sp>
        <p:nvSpPr>
          <p:cNvPr id="15" name="Tekstvak 14">
            <a:extLst>
              <a:ext uri="{FF2B5EF4-FFF2-40B4-BE49-F238E27FC236}">
                <a16:creationId xmlns:a16="http://schemas.microsoft.com/office/drawing/2014/main" id="{C347E940-4F0E-08D0-7481-29CAC8086D6F}"/>
              </a:ext>
            </a:extLst>
          </p:cNvPr>
          <p:cNvSpPr txBox="1"/>
          <p:nvPr/>
        </p:nvSpPr>
        <p:spPr>
          <a:xfrm>
            <a:off x="10092081" y="1111170"/>
            <a:ext cx="1656184" cy="1200329"/>
          </a:xfrm>
          <a:prstGeom prst="rect">
            <a:avLst/>
          </a:prstGeom>
          <a:noFill/>
        </p:spPr>
        <p:txBody>
          <a:bodyPr wrap="square" rtlCol="0">
            <a:spAutoFit/>
          </a:bodyPr>
          <a:lstStyle/>
          <a:p>
            <a:r>
              <a:rPr lang="en-NL" noProof="0" dirty="0"/>
              <a:t>In case of errors, use again Diagnosis Notebooks </a:t>
            </a:r>
          </a:p>
        </p:txBody>
      </p:sp>
    </p:spTree>
    <p:extLst>
      <p:ext uri="{BB962C8B-B14F-4D97-AF65-F5344CB8AC3E}">
        <p14:creationId xmlns:p14="http://schemas.microsoft.com/office/powerpoint/2010/main" val="353574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8E48E-72A2-3970-F3B7-5F2D6D7E32F8}"/>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9E4EB002-1C49-2F3F-AC14-78C8400A5B8A}"/>
              </a:ext>
            </a:extLst>
          </p:cNvPr>
          <p:cNvSpPr>
            <a:spLocks noGrp="1"/>
          </p:cNvSpPr>
          <p:nvPr>
            <p:ph type="title"/>
          </p:nvPr>
        </p:nvSpPr>
        <p:spPr/>
        <p:txBody>
          <a:bodyPr/>
          <a:lstStyle/>
          <a:p>
            <a:r>
              <a:rPr lang="en-NL" noProof="0" dirty="0"/>
              <a:t>AFTER installing sat</a:t>
            </a:r>
          </a:p>
        </p:txBody>
      </p:sp>
      <p:sp>
        <p:nvSpPr>
          <p:cNvPr id="2" name="Tekstvak 1">
            <a:extLst>
              <a:ext uri="{FF2B5EF4-FFF2-40B4-BE49-F238E27FC236}">
                <a16:creationId xmlns:a16="http://schemas.microsoft.com/office/drawing/2014/main" id="{3819C3FC-45F7-02BB-A7D0-A13BE3230728}"/>
              </a:ext>
            </a:extLst>
          </p:cNvPr>
          <p:cNvSpPr txBox="1"/>
          <p:nvPr/>
        </p:nvSpPr>
        <p:spPr>
          <a:xfrm>
            <a:off x="479376" y="1664513"/>
            <a:ext cx="5184576" cy="369332"/>
          </a:xfrm>
          <a:prstGeom prst="rect">
            <a:avLst/>
          </a:prstGeom>
          <a:noFill/>
        </p:spPr>
        <p:txBody>
          <a:bodyPr wrap="square" rtlCol="0">
            <a:spAutoFit/>
          </a:bodyPr>
          <a:lstStyle/>
          <a:p>
            <a:r>
              <a:rPr lang="en-NL" noProof="0" dirty="0"/>
              <a:t>Explorer Catalog: Where all this information stored</a:t>
            </a:r>
          </a:p>
        </p:txBody>
      </p:sp>
      <p:pic>
        <p:nvPicPr>
          <p:cNvPr id="5" name="Afbeelding 4">
            <a:extLst>
              <a:ext uri="{FF2B5EF4-FFF2-40B4-BE49-F238E27FC236}">
                <a16:creationId xmlns:a16="http://schemas.microsoft.com/office/drawing/2014/main" id="{52E44F3C-F78E-570D-78AE-2F5D93A8C392}"/>
              </a:ext>
            </a:extLst>
          </p:cNvPr>
          <p:cNvPicPr>
            <a:picLocks noChangeAspect="1"/>
          </p:cNvPicPr>
          <p:nvPr/>
        </p:nvPicPr>
        <p:blipFill>
          <a:blip r:embed="rId2"/>
          <a:stretch>
            <a:fillRect/>
          </a:stretch>
        </p:blipFill>
        <p:spPr>
          <a:xfrm>
            <a:off x="695400" y="2372399"/>
            <a:ext cx="4064209" cy="3606985"/>
          </a:xfrm>
          <a:prstGeom prst="rect">
            <a:avLst/>
          </a:prstGeom>
          <a:ln>
            <a:solidFill>
              <a:schemeClr val="bg1">
                <a:lumMod val="50000"/>
              </a:schemeClr>
            </a:solidFill>
          </a:ln>
        </p:spPr>
      </p:pic>
      <p:pic>
        <p:nvPicPr>
          <p:cNvPr id="8" name="Afbeelding 7">
            <a:extLst>
              <a:ext uri="{FF2B5EF4-FFF2-40B4-BE49-F238E27FC236}">
                <a16:creationId xmlns:a16="http://schemas.microsoft.com/office/drawing/2014/main" id="{BFC67E4E-1A16-8E3A-DADD-2431E06C54ED}"/>
              </a:ext>
            </a:extLst>
          </p:cNvPr>
          <p:cNvPicPr>
            <a:picLocks noChangeAspect="1"/>
          </p:cNvPicPr>
          <p:nvPr/>
        </p:nvPicPr>
        <p:blipFill>
          <a:blip r:embed="rId3"/>
          <a:stretch>
            <a:fillRect/>
          </a:stretch>
        </p:blipFill>
        <p:spPr>
          <a:xfrm>
            <a:off x="5303912" y="3248327"/>
            <a:ext cx="6265505" cy="2730640"/>
          </a:xfrm>
          <a:prstGeom prst="rect">
            <a:avLst/>
          </a:prstGeom>
          <a:ln>
            <a:solidFill>
              <a:schemeClr val="bg1">
                <a:lumMod val="50000"/>
              </a:schemeClr>
            </a:solidFill>
          </a:ln>
        </p:spPr>
      </p:pic>
      <p:sp>
        <p:nvSpPr>
          <p:cNvPr id="9" name="Tekstvak 8">
            <a:extLst>
              <a:ext uri="{FF2B5EF4-FFF2-40B4-BE49-F238E27FC236}">
                <a16:creationId xmlns:a16="http://schemas.microsoft.com/office/drawing/2014/main" id="{8E9D23EA-5A73-2B74-915F-9A7232DF071F}"/>
              </a:ext>
            </a:extLst>
          </p:cNvPr>
          <p:cNvSpPr txBox="1"/>
          <p:nvPr/>
        </p:nvSpPr>
        <p:spPr>
          <a:xfrm>
            <a:off x="5231904" y="2205082"/>
            <a:ext cx="5184576" cy="646331"/>
          </a:xfrm>
          <a:prstGeom prst="rect">
            <a:avLst/>
          </a:prstGeom>
          <a:noFill/>
        </p:spPr>
        <p:txBody>
          <a:bodyPr wrap="square" rtlCol="0">
            <a:spAutoFit/>
          </a:bodyPr>
          <a:lstStyle/>
          <a:p>
            <a:pPr marL="285750" indent="-285750">
              <a:buFont typeface="Arial" panose="020B0604020202020204" pitchFamily="34" charset="0"/>
              <a:buChar char="•"/>
            </a:pPr>
            <a:r>
              <a:rPr lang="en-NL" noProof="0" dirty="0"/>
              <a:t>Ensure the users have the necessary privileges on</a:t>
            </a:r>
          </a:p>
          <a:p>
            <a:r>
              <a:rPr lang="en-NL" noProof="0" dirty="0"/>
              <a:t>Schema level to ensure they can read data.</a:t>
            </a:r>
          </a:p>
        </p:txBody>
      </p:sp>
      <p:pic>
        <p:nvPicPr>
          <p:cNvPr id="10" name="Picture 2" descr="4,900+ Top Tips Icon Stock Illustrations, Royalty-Free Vector Graphics &amp;  Clip Art - iStock">
            <a:extLst>
              <a:ext uri="{FF2B5EF4-FFF2-40B4-BE49-F238E27FC236}">
                <a16:creationId xmlns:a16="http://schemas.microsoft.com/office/drawing/2014/main" id="{4A0AB655-8A52-CD96-84A6-38053013D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24759" y="2033845"/>
            <a:ext cx="1029041" cy="707886"/>
          </a:xfrm>
          <a:prstGeom prst="rect">
            <a:avLst/>
          </a:prstGeom>
          <a:noFill/>
          <a:extLst>
            <a:ext uri="{909E8E84-426E-40DD-AFC4-6F175D3DCCD1}">
              <a14:hiddenFill xmlns:a14="http://schemas.microsoft.com/office/drawing/2010/main">
                <a:solidFill>
                  <a:srgbClr val="FFFFFF"/>
                </a:solidFill>
              </a14:hiddenFill>
            </a:ext>
          </a:extLst>
        </p:spPr>
      </p:pic>
      <p:sp>
        <p:nvSpPr>
          <p:cNvPr id="3" name="Rechthoek: afgeronde hoeken 2">
            <a:extLst>
              <a:ext uri="{FF2B5EF4-FFF2-40B4-BE49-F238E27FC236}">
                <a16:creationId xmlns:a16="http://schemas.microsoft.com/office/drawing/2014/main" id="{082D7404-2BAE-2F6C-564E-02F87D35A8DE}"/>
              </a:ext>
            </a:extLst>
          </p:cNvPr>
          <p:cNvSpPr/>
          <p:nvPr/>
        </p:nvSpPr>
        <p:spPr>
          <a:xfrm>
            <a:off x="8112224" y="3960085"/>
            <a:ext cx="720080" cy="333012"/>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hthoek: afgeronde hoeken 3">
            <a:extLst>
              <a:ext uri="{FF2B5EF4-FFF2-40B4-BE49-F238E27FC236}">
                <a16:creationId xmlns:a16="http://schemas.microsoft.com/office/drawing/2014/main" id="{66FD7A65-F4D7-DAD9-3C87-1E77B8477D55}"/>
              </a:ext>
            </a:extLst>
          </p:cNvPr>
          <p:cNvSpPr/>
          <p:nvPr/>
        </p:nvSpPr>
        <p:spPr>
          <a:xfrm>
            <a:off x="10272464" y="4653137"/>
            <a:ext cx="936104" cy="132583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09818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59349D2-1C6C-E662-32B8-30B40468FAAD}"/>
              </a:ext>
            </a:extLst>
          </p:cNvPr>
          <p:cNvPicPr>
            <a:picLocks noChangeAspect="1"/>
          </p:cNvPicPr>
          <p:nvPr/>
        </p:nvPicPr>
        <p:blipFill>
          <a:blip r:embed="rId2"/>
          <a:srcRect/>
          <a:stretch>
            <a:fillRect/>
          </a:stretch>
        </p:blipFill>
        <p:spPr>
          <a:xfrm>
            <a:off x="20" y="10"/>
            <a:ext cx="12191979" cy="6857990"/>
          </a:xfrm>
          <a:prstGeom prst="rect">
            <a:avLst/>
          </a:prstGeom>
          <a:noFill/>
        </p:spPr>
      </p:pic>
      <p:sp>
        <p:nvSpPr>
          <p:cNvPr id="12" name="Text Placeholder 2">
            <a:extLst>
              <a:ext uri="{FF2B5EF4-FFF2-40B4-BE49-F238E27FC236}">
                <a16:creationId xmlns:a16="http://schemas.microsoft.com/office/drawing/2014/main" id="{80656C26-F3AA-6C35-5165-ECCE8F0243E2}"/>
              </a:ext>
            </a:extLst>
          </p:cNvPr>
          <p:cNvSpPr>
            <a:spLocks noGrp="1"/>
          </p:cNvSpPr>
          <p:nvPr>
            <p:ph type="body" sz="quarter" idx="18"/>
          </p:nvPr>
        </p:nvSpPr>
        <p:spPr>
          <a:xfrm>
            <a:off x="0" y="0"/>
            <a:ext cx="12192000" cy="5723182"/>
          </a:xfrm>
        </p:spPr>
        <p:txBody>
          <a:bodyPr/>
          <a:lstStyle/>
          <a:p>
            <a:endParaRPr lang="en-NL" noProof="0" dirty="0"/>
          </a:p>
        </p:txBody>
      </p:sp>
      <p:sp>
        <p:nvSpPr>
          <p:cNvPr id="14" name="Text Placeholder 3">
            <a:extLst>
              <a:ext uri="{FF2B5EF4-FFF2-40B4-BE49-F238E27FC236}">
                <a16:creationId xmlns:a16="http://schemas.microsoft.com/office/drawing/2014/main" id="{8C381915-F3AE-C44E-1F99-6526014D1E5D}"/>
              </a:ext>
            </a:extLst>
          </p:cNvPr>
          <p:cNvSpPr>
            <a:spLocks noGrp="1"/>
          </p:cNvSpPr>
          <p:nvPr>
            <p:ph type="body" sz="quarter" idx="12"/>
          </p:nvPr>
        </p:nvSpPr>
        <p:spPr>
          <a:xfrm>
            <a:off x="533400" y="0"/>
            <a:ext cx="6781800" cy="6324600"/>
          </a:xfrm>
        </p:spPr>
        <p:txBody>
          <a:bodyPr/>
          <a:lstStyle/>
          <a:p>
            <a:endParaRPr lang="en-NL" noProof="0" dirty="0"/>
          </a:p>
        </p:txBody>
      </p:sp>
      <p:sp>
        <p:nvSpPr>
          <p:cNvPr id="3" name="Titel 2">
            <a:extLst>
              <a:ext uri="{FF2B5EF4-FFF2-40B4-BE49-F238E27FC236}">
                <a16:creationId xmlns:a16="http://schemas.microsoft.com/office/drawing/2014/main" id="{DE7CEBC5-1E24-8CC8-7F0D-8497FC265E09}"/>
              </a:ext>
            </a:extLst>
          </p:cNvPr>
          <p:cNvSpPr>
            <a:spLocks noGrp="1"/>
          </p:cNvSpPr>
          <p:nvPr>
            <p:ph type="title"/>
          </p:nvPr>
        </p:nvSpPr>
        <p:spPr>
          <a:xfrm>
            <a:off x="1266825" y="2265916"/>
            <a:ext cx="5314950" cy="3488998"/>
          </a:xfrm>
        </p:spPr>
        <p:txBody>
          <a:bodyPr anchor="b">
            <a:normAutofit/>
          </a:bodyPr>
          <a:lstStyle/>
          <a:p>
            <a:r>
              <a:rPr lang="en-NL" noProof="0" dirty="0"/>
              <a:t>DEMO TIME</a:t>
            </a:r>
          </a:p>
        </p:txBody>
      </p:sp>
    </p:spTree>
    <p:extLst>
      <p:ext uri="{BB962C8B-B14F-4D97-AF65-F5344CB8AC3E}">
        <p14:creationId xmlns:p14="http://schemas.microsoft.com/office/powerpoint/2010/main" val="815667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Tijdelijke aanduiding voor afbeelding 6" descr="Afbeelding met meubels, vloer, overdekt, muur&#10;&#10;Door AI gegenereerde inhoud is mogelijk onjuist.">
            <a:extLst>
              <a:ext uri="{FF2B5EF4-FFF2-40B4-BE49-F238E27FC236}">
                <a16:creationId xmlns:a16="http://schemas.microsoft.com/office/drawing/2014/main" id="{710FD393-4A7E-AA67-96D7-25A8CB56763E}"/>
              </a:ext>
            </a:extLst>
          </p:cNvPr>
          <p:cNvPicPr>
            <a:picLocks noGrp="1" noChangeAspect="1"/>
          </p:cNvPicPr>
          <p:nvPr>
            <p:ph type="pic" sz="quarter" idx="17"/>
          </p:nvPr>
        </p:nvPicPr>
        <p:blipFill>
          <a:blip r:embed="rId2">
            <a:extLst>
              <a:ext uri="{837473B0-CC2E-450A-ABE3-18F120FF3D39}">
                <a1611:picAttrSrcUrl xmlns:a1611="http://schemas.microsoft.com/office/drawing/2016/11/main" r:id="rId3"/>
              </a:ext>
            </a:extLst>
          </a:blip>
          <a:srcRect t="7813" b="7813"/>
          <a:stretch>
            <a:fillRect/>
          </a:stretch>
        </p:blipFill>
        <p:spPr/>
      </p:pic>
      <p:sp>
        <p:nvSpPr>
          <p:cNvPr id="13" name="Tijdelijke aanduiding voor tekst 12">
            <a:extLst>
              <a:ext uri="{FF2B5EF4-FFF2-40B4-BE49-F238E27FC236}">
                <a16:creationId xmlns:a16="http://schemas.microsoft.com/office/drawing/2014/main" id="{3CB96F4E-1A0E-8257-F764-F77C976183C0}"/>
              </a:ext>
            </a:extLst>
          </p:cNvPr>
          <p:cNvSpPr>
            <a:spLocks noGrp="1"/>
          </p:cNvSpPr>
          <p:nvPr>
            <p:ph type="body" sz="quarter" idx="18"/>
          </p:nvPr>
        </p:nvSpPr>
        <p:spPr/>
        <p:txBody>
          <a:bodyPr/>
          <a:lstStyle/>
          <a:p>
            <a:endParaRPr lang="en-NL" noProof="0" dirty="0"/>
          </a:p>
        </p:txBody>
      </p:sp>
      <p:sp>
        <p:nvSpPr>
          <p:cNvPr id="11" name="Tijdelijke aanduiding voor tekst 10">
            <a:extLst>
              <a:ext uri="{FF2B5EF4-FFF2-40B4-BE49-F238E27FC236}">
                <a16:creationId xmlns:a16="http://schemas.microsoft.com/office/drawing/2014/main" id="{D507CE4C-5E00-F09D-BD90-F374D147A1A0}"/>
              </a:ext>
            </a:extLst>
          </p:cNvPr>
          <p:cNvSpPr>
            <a:spLocks noGrp="1"/>
          </p:cNvSpPr>
          <p:nvPr>
            <p:ph type="body" sz="quarter" idx="12"/>
          </p:nvPr>
        </p:nvSpPr>
        <p:spPr/>
        <p:txBody>
          <a:bodyPr/>
          <a:lstStyle/>
          <a:p>
            <a:endParaRPr lang="en-NL" noProof="0" dirty="0"/>
          </a:p>
        </p:txBody>
      </p:sp>
      <p:sp>
        <p:nvSpPr>
          <p:cNvPr id="5" name="Titel 4">
            <a:extLst>
              <a:ext uri="{FF2B5EF4-FFF2-40B4-BE49-F238E27FC236}">
                <a16:creationId xmlns:a16="http://schemas.microsoft.com/office/drawing/2014/main" id="{354C2F08-14EF-4746-F478-0B1E6C67EE71}"/>
              </a:ext>
            </a:extLst>
          </p:cNvPr>
          <p:cNvSpPr>
            <a:spLocks noGrp="1"/>
          </p:cNvSpPr>
          <p:nvPr>
            <p:ph type="title"/>
          </p:nvPr>
        </p:nvSpPr>
        <p:spPr/>
        <p:txBody>
          <a:bodyPr/>
          <a:lstStyle/>
          <a:p>
            <a:r>
              <a:rPr lang="en-NL" noProof="0" dirty="0"/>
              <a:t>Evaluate and stay up to date</a:t>
            </a:r>
          </a:p>
        </p:txBody>
      </p:sp>
    </p:spTree>
    <p:extLst>
      <p:ext uri="{BB962C8B-B14F-4D97-AF65-F5344CB8AC3E}">
        <p14:creationId xmlns:p14="http://schemas.microsoft.com/office/powerpoint/2010/main" val="2289788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04BF91BB-827B-DBDC-5BCF-D01B45E9D250}"/>
              </a:ext>
            </a:extLst>
          </p:cNvPr>
          <p:cNvSpPr>
            <a:spLocks noGrp="1"/>
          </p:cNvSpPr>
          <p:nvPr>
            <p:ph type="title"/>
          </p:nvPr>
        </p:nvSpPr>
        <p:spPr>
          <a:xfrm>
            <a:off x="263352" y="620688"/>
            <a:ext cx="10805160" cy="707886"/>
          </a:xfrm>
        </p:spPr>
        <p:txBody>
          <a:bodyPr/>
          <a:lstStyle/>
          <a:p>
            <a:r>
              <a:rPr lang="en-NL" noProof="0" dirty="0"/>
              <a:t>ASSEST Security ANALYSIS</a:t>
            </a:r>
          </a:p>
        </p:txBody>
      </p:sp>
      <p:sp>
        <p:nvSpPr>
          <p:cNvPr id="6" name="Tekstvak 5">
            <a:extLst>
              <a:ext uri="{FF2B5EF4-FFF2-40B4-BE49-F238E27FC236}">
                <a16:creationId xmlns:a16="http://schemas.microsoft.com/office/drawing/2014/main" id="{AD179921-E3CC-4F59-4F7A-73551FF0844D}"/>
              </a:ext>
            </a:extLst>
          </p:cNvPr>
          <p:cNvSpPr txBox="1"/>
          <p:nvPr/>
        </p:nvSpPr>
        <p:spPr>
          <a:xfrm>
            <a:off x="5658063" y="1664300"/>
            <a:ext cx="2088232" cy="369332"/>
          </a:xfrm>
          <a:prstGeom prst="rect">
            <a:avLst/>
          </a:prstGeom>
          <a:noFill/>
        </p:spPr>
        <p:txBody>
          <a:bodyPr wrap="square" rtlCol="0">
            <a:spAutoFit/>
          </a:bodyPr>
          <a:lstStyle/>
          <a:p>
            <a:r>
              <a:rPr lang="en-NL" noProof="0" dirty="0"/>
              <a:t>Per Workspace</a:t>
            </a:r>
          </a:p>
        </p:txBody>
      </p:sp>
      <p:pic>
        <p:nvPicPr>
          <p:cNvPr id="8" name="Afbeelding 7">
            <a:extLst>
              <a:ext uri="{FF2B5EF4-FFF2-40B4-BE49-F238E27FC236}">
                <a16:creationId xmlns:a16="http://schemas.microsoft.com/office/drawing/2014/main" id="{14D37EEA-4DD0-52B9-8243-71AE67CF0E20}"/>
              </a:ext>
            </a:extLst>
          </p:cNvPr>
          <p:cNvPicPr>
            <a:picLocks noChangeAspect="1"/>
          </p:cNvPicPr>
          <p:nvPr/>
        </p:nvPicPr>
        <p:blipFill>
          <a:blip r:embed="rId2"/>
          <a:stretch>
            <a:fillRect/>
          </a:stretch>
        </p:blipFill>
        <p:spPr>
          <a:xfrm>
            <a:off x="286348" y="2200045"/>
            <a:ext cx="4935455" cy="3533211"/>
          </a:xfrm>
          <a:prstGeom prst="rect">
            <a:avLst/>
          </a:prstGeom>
          <a:ln>
            <a:solidFill>
              <a:schemeClr val="bg1">
                <a:lumMod val="50000"/>
              </a:schemeClr>
            </a:solidFill>
          </a:ln>
        </p:spPr>
      </p:pic>
      <p:sp>
        <p:nvSpPr>
          <p:cNvPr id="9" name="Tekstvak 8">
            <a:extLst>
              <a:ext uri="{FF2B5EF4-FFF2-40B4-BE49-F238E27FC236}">
                <a16:creationId xmlns:a16="http://schemas.microsoft.com/office/drawing/2014/main" id="{ADBF89A3-96D5-6F30-7CCA-BBD5441BC99D}"/>
              </a:ext>
            </a:extLst>
          </p:cNvPr>
          <p:cNvSpPr txBox="1"/>
          <p:nvPr/>
        </p:nvSpPr>
        <p:spPr>
          <a:xfrm>
            <a:off x="286348" y="1664300"/>
            <a:ext cx="2088232" cy="369332"/>
          </a:xfrm>
          <a:prstGeom prst="rect">
            <a:avLst/>
          </a:prstGeom>
          <a:noFill/>
        </p:spPr>
        <p:txBody>
          <a:bodyPr wrap="square" rtlCol="0">
            <a:spAutoFit/>
          </a:bodyPr>
          <a:lstStyle/>
          <a:p>
            <a:r>
              <a:rPr lang="en-NL" noProof="0" dirty="0"/>
              <a:t>Account summary</a:t>
            </a:r>
          </a:p>
        </p:txBody>
      </p:sp>
      <p:pic>
        <p:nvPicPr>
          <p:cNvPr id="11" name="Afbeelding 10">
            <a:extLst>
              <a:ext uri="{FF2B5EF4-FFF2-40B4-BE49-F238E27FC236}">
                <a16:creationId xmlns:a16="http://schemas.microsoft.com/office/drawing/2014/main" id="{B0183A63-8645-6B54-4F5C-2EB9F4628FD4}"/>
              </a:ext>
            </a:extLst>
          </p:cNvPr>
          <p:cNvPicPr>
            <a:picLocks noChangeAspect="1"/>
          </p:cNvPicPr>
          <p:nvPr/>
        </p:nvPicPr>
        <p:blipFill>
          <a:blip r:embed="rId3"/>
          <a:stretch>
            <a:fillRect/>
          </a:stretch>
        </p:blipFill>
        <p:spPr>
          <a:xfrm>
            <a:off x="5665932" y="2166404"/>
            <a:ext cx="6259884" cy="3566852"/>
          </a:xfrm>
          <a:prstGeom prst="rect">
            <a:avLst/>
          </a:prstGeom>
        </p:spPr>
      </p:pic>
    </p:spTree>
    <p:extLst>
      <p:ext uri="{BB962C8B-B14F-4D97-AF65-F5344CB8AC3E}">
        <p14:creationId xmlns:p14="http://schemas.microsoft.com/office/powerpoint/2010/main" val="282888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4D6B0B6-7663-066D-1EA1-4A48D421B8D0}"/>
              </a:ext>
            </a:extLst>
          </p:cNvPr>
          <p:cNvSpPr>
            <a:spLocks noGrp="1"/>
          </p:cNvSpPr>
          <p:nvPr>
            <p:ph type="title"/>
          </p:nvPr>
        </p:nvSpPr>
        <p:spPr>
          <a:xfrm>
            <a:off x="548640" y="632882"/>
            <a:ext cx="10805160" cy="707886"/>
          </a:xfrm>
        </p:spPr>
        <p:txBody>
          <a:bodyPr/>
          <a:lstStyle/>
          <a:p>
            <a:r>
              <a:rPr lang="en-NL" noProof="0" dirty="0"/>
              <a:t>Applying security measurements</a:t>
            </a:r>
          </a:p>
        </p:txBody>
      </p:sp>
      <p:pic>
        <p:nvPicPr>
          <p:cNvPr id="7" name="Afbeelding 6">
            <a:extLst>
              <a:ext uri="{FF2B5EF4-FFF2-40B4-BE49-F238E27FC236}">
                <a16:creationId xmlns:a16="http://schemas.microsoft.com/office/drawing/2014/main" id="{53BD2659-45E0-A2FD-786C-161E52086617}"/>
              </a:ext>
            </a:extLst>
          </p:cNvPr>
          <p:cNvPicPr>
            <a:picLocks noChangeAspect="1"/>
          </p:cNvPicPr>
          <p:nvPr/>
        </p:nvPicPr>
        <p:blipFill>
          <a:blip r:embed="rId2"/>
          <a:stretch>
            <a:fillRect/>
          </a:stretch>
        </p:blipFill>
        <p:spPr>
          <a:xfrm>
            <a:off x="1631504" y="1556792"/>
            <a:ext cx="8088608" cy="3258790"/>
          </a:xfrm>
          <a:prstGeom prst="rect">
            <a:avLst/>
          </a:prstGeom>
          <a:ln>
            <a:solidFill>
              <a:schemeClr val="bg1">
                <a:lumMod val="65000"/>
              </a:schemeClr>
            </a:solidFill>
          </a:ln>
        </p:spPr>
      </p:pic>
      <p:sp>
        <p:nvSpPr>
          <p:cNvPr id="8" name="Tekstvak 7">
            <a:extLst>
              <a:ext uri="{FF2B5EF4-FFF2-40B4-BE49-F238E27FC236}">
                <a16:creationId xmlns:a16="http://schemas.microsoft.com/office/drawing/2014/main" id="{AE7F102F-27C1-F323-0604-FC1ECA57B382}"/>
              </a:ext>
            </a:extLst>
          </p:cNvPr>
          <p:cNvSpPr txBox="1"/>
          <p:nvPr/>
        </p:nvSpPr>
        <p:spPr>
          <a:xfrm>
            <a:off x="3935760" y="5589240"/>
            <a:ext cx="7272808" cy="923330"/>
          </a:xfrm>
          <a:prstGeom prst="rect">
            <a:avLst/>
          </a:prstGeom>
          <a:noFill/>
        </p:spPr>
        <p:txBody>
          <a:bodyPr wrap="square" rtlCol="0">
            <a:spAutoFit/>
          </a:bodyPr>
          <a:lstStyle/>
          <a:p>
            <a:r>
              <a:rPr lang="en-NL" noProof="0" dirty="0">
                <a:solidFill>
                  <a:srgbClr val="87175F"/>
                </a:solidFill>
              </a:rPr>
              <a:t>Each check is provided with an recommendation and a link to the solution page. Follow the instructions, apply changes where required and on this next job run the status will be updated.</a:t>
            </a:r>
          </a:p>
        </p:txBody>
      </p:sp>
      <p:sp>
        <p:nvSpPr>
          <p:cNvPr id="9" name="Pijl: omhoog 8">
            <a:extLst>
              <a:ext uri="{FF2B5EF4-FFF2-40B4-BE49-F238E27FC236}">
                <a16:creationId xmlns:a16="http://schemas.microsoft.com/office/drawing/2014/main" id="{035D4EA3-F08F-0D2A-E997-195BCD582628}"/>
              </a:ext>
            </a:extLst>
          </p:cNvPr>
          <p:cNvSpPr/>
          <p:nvPr/>
        </p:nvSpPr>
        <p:spPr>
          <a:xfrm>
            <a:off x="6755928" y="5013176"/>
            <a:ext cx="348184" cy="43204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noProof="0" dirty="0"/>
          </a:p>
        </p:txBody>
      </p:sp>
    </p:spTree>
    <p:extLst>
      <p:ext uri="{BB962C8B-B14F-4D97-AF65-F5344CB8AC3E}">
        <p14:creationId xmlns:p14="http://schemas.microsoft.com/office/powerpoint/2010/main" val="2492213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BECAF6-9AC7-35B1-06D6-782201A601CC}"/>
              </a:ext>
            </a:extLst>
          </p:cNvPr>
          <p:cNvSpPr>
            <a:spLocks noGrp="1"/>
          </p:cNvSpPr>
          <p:nvPr>
            <p:ph type="title"/>
          </p:nvPr>
        </p:nvSpPr>
        <p:spPr>
          <a:xfrm>
            <a:off x="479376" y="692696"/>
            <a:ext cx="10805160" cy="707886"/>
          </a:xfrm>
        </p:spPr>
        <p:txBody>
          <a:bodyPr/>
          <a:lstStyle/>
          <a:p>
            <a:r>
              <a:rPr lang="en-NL" noProof="0" dirty="0"/>
              <a:t>Additional details</a:t>
            </a:r>
          </a:p>
        </p:txBody>
      </p:sp>
      <p:pic>
        <p:nvPicPr>
          <p:cNvPr id="4" name="Afbeelding 3">
            <a:extLst>
              <a:ext uri="{FF2B5EF4-FFF2-40B4-BE49-F238E27FC236}">
                <a16:creationId xmlns:a16="http://schemas.microsoft.com/office/drawing/2014/main" id="{40552E7F-6CD0-6015-0B0C-C430621E968F}"/>
              </a:ext>
            </a:extLst>
          </p:cNvPr>
          <p:cNvPicPr>
            <a:picLocks noChangeAspect="1"/>
          </p:cNvPicPr>
          <p:nvPr/>
        </p:nvPicPr>
        <p:blipFill>
          <a:blip r:embed="rId2"/>
          <a:stretch>
            <a:fillRect/>
          </a:stretch>
        </p:blipFill>
        <p:spPr>
          <a:xfrm>
            <a:off x="5015880" y="1196752"/>
            <a:ext cx="6526611" cy="3024336"/>
          </a:xfrm>
          <a:prstGeom prst="rect">
            <a:avLst/>
          </a:prstGeom>
          <a:ln>
            <a:solidFill>
              <a:schemeClr val="bg1">
                <a:lumMod val="50000"/>
              </a:schemeClr>
            </a:solidFill>
          </a:ln>
        </p:spPr>
      </p:pic>
      <p:sp>
        <p:nvSpPr>
          <p:cNvPr id="5" name="Tekstvak 4">
            <a:extLst>
              <a:ext uri="{FF2B5EF4-FFF2-40B4-BE49-F238E27FC236}">
                <a16:creationId xmlns:a16="http://schemas.microsoft.com/office/drawing/2014/main" id="{E5804623-AC3D-A276-00A8-890A0AEFAB88}"/>
              </a:ext>
            </a:extLst>
          </p:cNvPr>
          <p:cNvSpPr txBox="1"/>
          <p:nvPr/>
        </p:nvSpPr>
        <p:spPr>
          <a:xfrm>
            <a:off x="479376" y="2062589"/>
            <a:ext cx="4176464" cy="646331"/>
          </a:xfrm>
          <a:prstGeom prst="rect">
            <a:avLst/>
          </a:prstGeom>
          <a:noFill/>
        </p:spPr>
        <p:txBody>
          <a:bodyPr wrap="square" rtlCol="0">
            <a:spAutoFit/>
          </a:bodyPr>
          <a:lstStyle/>
          <a:p>
            <a:r>
              <a:rPr lang="en-NL" noProof="0" dirty="0">
                <a:solidFill>
                  <a:srgbClr val="1D9BA1"/>
                </a:solidFill>
              </a:rPr>
              <a:t>Use this to get details on what caused a check to fail. </a:t>
            </a:r>
          </a:p>
        </p:txBody>
      </p:sp>
      <p:pic>
        <p:nvPicPr>
          <p:cNvPr id="7" name="Afbeelding 6">
            <a:extLst>
              <a:ext uri="{FF2B5EF4-FFF2-40B4-BE49-F238E27FC236}">
                <a16:creationId xmlns:a16="http://schemas.microsoft.com/office/drawing/2014/main" id="{0E2BFBFB-DA43-7EAC-E3EC-A4657202917A}"/>
              </a:ext>
            </a:extLst>
          </p:cNvPr>
          <p:cNvPicPr>
            <a:picLocks noChangeAspect="1"/>
          </p:cNvPicPr>
          <p:nvPr/>
        </p:nvPicPr>
        <p:blipFill>
          <a:blip r:embed="rId3"/>
          <a:stretch>
            <a:fillRect/>
          </a:stretch>
        </p:blipFill>
        <p:spPr>
          <a:xfrm>
            <a:off x="851837" y="4365104"/>
            <a:ext cx="10693950" cy="2273417"/>
          </a:xfrm>
          <a:prstGeom prst="rect">
            <a:avLst/>
          </a:prstGeom>
          <a:ln>
            <a:solidFill>
              <a:schemeClr val="bg1">
                <a:lumMod val="50000"/>
              </a:schemeClr>
            </a:solidFill>
          </a:ln>
        </p:spPr>
      </p:pic>
    </p:spTree>
    <p:extLst>
      <p:ext uri="{BB962C8B-B14F-4D97-AF65-F5344CB8AC3E}">
        <p14:creationId xmlns:p14="http://schemas.microsoft.com/office/powerpoint/2010/main" val="3021093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87F10F3-FCCA-AF49-2674-FF33841E934C}"/>
              </a:ext>
            </a:extLst>
          </p:cNvPr>
          <p:cNvSpPr>
            <a:spLocks noGrp="1"/>
          </p:cNvSpPr>
          <p:nvPr>
            <p:ph type="title"/>
          </p:nvPr>
        </p:nvSpPr>
        <p:spPr>
          <a:xfrm>
            <a:off x="548640" y="636657"/>
            <a:ext cx="10805160" cy="707886"/>
          </a:xfrm>
        </p:spPr>
        <p:txBody>
          <a:bodyPr/>
          <a:lstStyle/>
          <a:p>
            <a:r>
              <a:rPr lang="en-NL" noProof="0" dirty="0"/>
              <a:t>Compare evaluations by dates</a:t>
            </a:r>
          </a:p>
        </p:txBody>
      </p:sp>
      <p:sp>
        <p:nvSpPr>
          <p:cNvPr id="7" name="Tekstvak 6">
            <a:extLst>
              <a:ext uri="{FF2B5EF4-FFF2-40B4-BE49-F238E27FC236}">
                <a16:creationId xmlns:a16="http://schemas.microsoft.com/office/drawing/2014/main" id="{67AA5B17-2F8B-12E5-209A-0BFEA408336D}"/>
              </a:ext>
            </a:extLst>
          </p:cNvPr>
          <p:cNvSpPr txBox="1"/>
          <p:nvPr/>
        </p:nvSpPr>
        <p:spPr>
          <a:xfrm>
            <a:off x="767408" y="1628800"/>
            <a:ext cx="7416824" cy="646331"/>
          </a:xfrm>
          <a:prstGeom prst="rect">
            <a:avLst/>
          </a:prstGeom>
          <a:noFill/>
        </p:spPr>
        <p:txBody>
          <a:bodyPr wrap="square" rtlCol="0">
            <a:spAutoFit/>
          </a:bodyPr>
          <a:lstStyle/>
          <a:p>
            <a:r>
              <a:rPr lang="en-NL" noProof="0" dirty="0">
                <a:solidFill>
                  <a:srgbClr val="87175F"/>
                </a:solidFill>
              </a:rPr>
              <a:t>Its possible to compare 2 different run dates to track progress or deterioration of Workspaces as changes get applied or omitted.</a:t>
            </a:r>
          </a:p>
        </p:txBody>
      </p:sp>
      <p:pic>
        <p:nvPicPr>
          <p:cNvPr id="9" name="Afbeelding 8">
            <a:extLst>
              <a:ext uri="{FF2B5EF4-FFF2-40B4-BE49-F238E27FC236}">
                <a16:creationId xmlns:a16="http://schemas.microsoft.com/office/drawing/2014/main" id="{4CCE0595-0CC2-8569-93D0-FC405062608E}"/>
              </a:ext>
            </a:extLst>
          </p:cNvPr>
          <p:cNvPicPr>
            <a:picLocks noChangeAspect="1"/>
          </p:cNvPicPr>
          <p:nvPr/>
        </p:nvPicPr>
        <p:blipFill>
          <a:blip r:embed="rId2"/>
          <a:stretch>
            <a:fillRect/>
          </a:stretch>
        </p:blipFill>
        <p:spPr>
          <a:xfrm>
            <a:off x="2124932" y="2459457"/>
            <a:ext cx="9264219" cy="3794714"/>
          </a:xfrm>
          <a:prstGeom prst="rect">
            <a:avLst/>
          </a:prstGeom>
          <a:ln>
            <a:solidFill>
              <a:schemeClr val="bg1">
                <a:lumMod val="50000"/>
              </a:schemeClr>
            </a:solidFill>
          </a:ln>
        </p:spPr>
      </p:pic>
    </p:spTree>
    <p:extLst>
      <p:ext uri="{BB962C8B-B14F-4D97-AF65-F5344CB8AC3E}">
        <p14:creationId xmlns:p14="http://schemas.microsoft.com/office/powerpoint/2010/main" val="2503335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0CEEBF9-DCB3-3650-401C-AF2C0AC0FE75}"/>
              </a:ext>
            </a:extLst>
          </p:cNvPr>
          <p:cNvSpPr>
            <a:spLocks noGrp="1"/>
          </p:cNvSpPr>
          <p:nvPr>
            <p:ph type="title"/>
          </p:nvPr>
        </p:nvSpPr>
        <p:spPr/>
        <p:txBody>
          <a:bodyPr/>
          <a:lstStyle/>
          <a:p>
            <a:r>
              <a:rPr lang="en-NL" noProof="0" dirty="0"/>
              <a:t>EXPORTS</a:t>
            </a:r>
          </a:p>
        </p:txBody>
      </p:sp>
      <p:pic>
        <p:nvPicPr>
          <p:cNvPr id="6" name="Afbeelding 5">
            <a:extLst>
              <a:ext uri="{FF2B5EF4-FFF2-40B4-BE49-F238E27FC236}">
                <a16:creationId xmlns:a16="http://schemas.microsoft.com/office/drawing/2014/main" id="{80E8ABEE-2FCF-8AB3-3757-03EB60D90BDC}"/>
              </a:ext>
            </a:extLst>
          </p:cNvPr>
          <p:cNvPicPr>
            <a:picLocks noChangeAspect="1"/>
          </p:cNvPicPr>
          <p:nvPr/>
        </p:nvPicPr>
        <p:blipFill>
          <a:blip r:embed="rId2"/>
          <a:stretch>
            <a:fillRect/>
          </a:stretch>
        </p:blipFill>
        <p:spPr>
          <a:xfrm>
            <a:off x="342216" y="1772816"/>
            <a:ext cx="4787782" cy="3875823"/>
          </a:xfrm>
          <a:prstGeom prst="rect">
            <a:avLst/>
          </a:prstGeom>
          <a:ln>
            <a:solidFill>
              <a:schemeClr val="bg1">
                <a:lumMod val="65000"/>
              </a:schemeClr>
            </a:solidFill>
          </a:ln>
        </p:spPr>
      </p:pic>
      <p:pic>
        <p:nvPicPr>
          <p:cNvPr id="8" name="Afbeelding 7">
            <a:extLst>
              <a:ext uri="{FF2B5EF4-FFF2-40B4-BE49-F238E27FC236}">
                <a16:creationId xmlns:a16="http://schemas.microsoft.com/office/drawing/2014/main" id="{D7AB6B4E-4E42-11B6-6C03-3BAC29D43E15}"/>
              </a:ext>
            </a:extLst>
          </p:cNvPr>
          <p:cNvPicPr>
            <a:picLocks noChangeAspect="1"/>
          </p:cNvPicPr>
          <p:nvPr/>
        </p:nvPicPr>
        <p:blipFill>
          <a:blip r:embed="rId3"/>
          <a:stretch>
            <a:fillRect/>
          </a:stretch>
        </p:blipFill>
        <p:spPr>
          <a:xfrm>
            <a:off x="4727848" y="2132856"/>
            <a:ext cx="7121936" cy="4451628"/>
          </a:xfrm>
          <a:prstGeom prst="rect">
            <a:avLst/>
          </a:prstGeom>
          <a:ln>
            <a:solidFill>
              <a:schemeClr val="bg1">
                <a:lumMod val="65000"/>
              </a:schemeClr>
            </a:solidFill>
          </a:ln>
        </p:spPr>
      </p:pic>
      <p:sp>
        <p:nvSpPr>
          <p:cNvPr id="9" name="Tekstvak 8">
            <a:extLst>
              <a:ext uri="{FF2B5EF4-FFF2-40B4-BE49-F238E27FC236}">
                <a16:creationId xmlns:a16="http://schemas.microsoft.com/office/drawing/2014/main" id="{AC3F9B0A-05D2-7C53-3B86-98E09DAE6B58}"/>
              </a:ext>
            </a:extLst>
          </p:cNvPr>
          <p:cNvSpPr txBox="1"/>
          <p:nvPr/>
        </p:nvSpPr>
        <p:spPr>
          <a:xfrm>
            <a:off x="6023992" y="995053"/>
            <a:ext cx="4968552" cy="923330"/>
          </a:xfrm>
          <a:prstGeom prst="rect">
            <a:avLst/>
          </a:prstGeom>
          <a:noFill/>
        </p:spPr>
        <p:txBody>
          <a:bodyPr wrap="square" rtlCol="0">
            <a:spAutoFit/>
          </a:bodyPr>
          <a:lstStyle/>
          <a:p>
            <a:pPr marL="285750" indent="-285750">
              <a:buFontTx/>
              <a:buChar char="-"/>
            </a:pPr>
            <a:r>
              <a:rPr lang="en-NL" noProof="0" dirty="0"/>
              <a:t>Export all Workspaces, unless you modify the query.</a:t>
            </a:r>
          </a:p>
          <a:p>
            <a:pPr marL="285750" indent="-285750">
              <a:buFontTx/>
              <a:buChar char="-"/>
            </a:pPr>
            <a:r>
              <a:rPr lang="en-NL" noProof="0" dirty="0"/>
              <a:t>Status based on &gt;= 1 within the query.</a:t>
            </a:r>
          </a:p>
        </p:txBody>
      </p:sp>
    </p:spTree>
    <p:extLst>
      <p:ext uri="{BB962C8B-B14F-4D97-AF65-F5344CB8AC3E}">
        <p14:creationId xmlns:p14="http://schemas.microsoft.com/office/powerpoint/2010/main" val="2028253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5F54FAB8-8C9A-4E77-0DE3-D990B3EF051F}"/>
              </a:ext>
            </a:extLst>
          </p:cNvPr>
          <p:cNvSpPr>
            <a:spLocks noGrp="1"/>
          </p:cNvSpPr>
          <p:nvPr>
            <p:ph type="title"/>
          </p:nvPr>
        </p:nvSpPr>
        <p:spPr/>
        <p:txBody>
          <a:bodyPr/>
          <a:lstStyle/>
          <a:p>
            <a:r>
              <a:rPr lang="en-NL" noProof="0" dirty="0"/>
              <a:t>ALERTS</a:t>
            </a:r>
          </a:p>
        </p:txBody>
      </p:sp>
      <p:pic>
        <p:nvPicPr>
          <p:cNvPr id="4" name="Afbeelding 3">
            <a:extLst>
              <a:ext uri="{FF2B5EF4-FFF2-40B4-BE49-F238E27FC236}">
                <a16:creationId xmlns:a16="http://schemas.microsoft.com/office/drawing/2014/main" id="{9F16CDF2-EEA2-FD1B-A6C1-64A4D747E173}"/>
              </a:ext>
            </a:extLst>
          </p:cNvPr>
          <p:cNvPicPr>
            <a:picLocks noChangeAspect="1"/>
          </p:cNvPicPr>
          <p:nvPr/>
        </p:nvPicPr>
        <p:blipFill>
          <a:blip r:embed="rId2"/>
          <a:stretch>
            <a:fillRect/>
          </a:stretch>
        </p:blipFill>
        <p:spPr>
          <a:xfrm>
            <a:off x="548640" y="1988840"/>
            <a:ext cx="6326083" cy="3149379"/>
          </a:xfrm>
          <a:prstGeom prst="rect">
            <a:avLst/>
          </a:prstGeom>
          <a:ln>
            <a:solidFill>
              <a:schemeClr val="bg1">
                <a:lumMod val="65000"/>
              </a:schemeClr>
            </a:solidFill>
          </a:ln>
        </p:spPr>
      </p:pic>
      <p:pic>
        <p:nvPicPr>
          <p:cNvPr id="6" name="Afbeelding 5">
            <a:extLst>
              <a:ext uri="{FF2B5EF4-FFF2-40B4-BE49-F238E27FC236}">
                <a16:creationId xmlns:a16="http://schemas.microsoft.com/office/drawing/2014/main" id="{F919E882-1FD3-0942-50DA-84CE4DC2FB57}"/>
              </a:ext>
            </a:extLst>
          </p:cNvPr>
          <p:cNvPicPr>
            <a:picLocks noChangeAspect="1"/>
          </p:cNvPicPr>
          <p:nvPr/>
        </p:nvPicPr>
        <p:blipFill>
          <a:blip r:embed="rId3"/>
          <a:stretch>
            <a:fillRect/>
          </a:stretch>
        </p:blipFill>
        <p:spPr>
          <a:xfrm>
            <a:off x="4799856" y="4221088"/>
            <a:ext cx="6724996" cy="2368672"/>
          </a:xfrm>
          <a:prstGeom prst="rect">
            <a:avLst/>
          </a:prstGeom>
          <a:ln>
            <a:solidFill>
              <a:schemeClr val="bg1">
                <a:lumMod val="65000"/>
              </a:schemeClr>
            </a:solidFill>
          </a:ln>
        </p:spPr>
      </p:pic>
      <p:sp>
        <p:nvSpPr>
          <p:cNvPr id="7" name="Tekstvak 6">
            <a:extLst>
              <a:ext uri="{FF2B5EF4-FFF2-40B4-BE49-F238E27FC236}">
                <a16:creationId xmlns:a16="http://schemas.microsoft.com/office/drawing/2014/main" id="{04F9F0BD-825C-CA23-4298-2CB46656EE5E}"/>
              </a:ext>
            </a:extLst>
          </p:cNvPr>
          <p:cNvSpPr txBox="1"/>
          <p:nvPr/>
        </p:nvSpPr>
        <p:spPr>
          <a:xfrm>
            <a:off x="7320136" y="1969046"/>
            <a:ext cx="3816424" cy="1477328"/>
          </a:xfrm>
          <a:prstGeom prst="rect">
            <a:avLst/>
          </a:prstGeom>
          <a:noFill/>
        </p:spPr>
        <p:txBody>
          <a:bodyPr wrap="square" rtlCol="0">
            <a:spAutoFit/>
          </a:bodyPr>
          <a:lstStyle/>
          <a:p>
            <a:pPr marL="285750" indent="-285750">
              <a:buFont typeface="Wingdings" panose="05000000000000000000" pitchFamily="2" charset="2"/>
              <a:buChar char="§"/>
            </a:pPr>
            <a:r>
              <a:rPr lang="en-NL" noProof="0" dirty="0"/>
              <a:t>1 alert per Workspace.</a:t>
            </a:r>
          </a:p>
          <a:p>
            <a:endParaRPr lang="en-NL" noProof="0" dirty="0"/>
          </a:p>
          <a:p>
            <a:pPr marL="285750" indent="-285750">
              <a:buFont typeface="Arial" panose="020B0604020202020204" pitchFamily="34" charset="0"/>
              <a:buChar char="•"/>
            </a:pPr>
            <a:r>
              <a:rPr lang="en-NL" noProof="0" dirty="0"/>
              <a:t>Recommendation change the status to ‘OK’ if 0 rows returned, otherwise default status ‘Unknown’.</a:t>
            </a:r>
          </a:p>
        </p:txBody>
      </p:sp>
      <p:pic>
        <p:nvPicPr>
          <p:cNvPr id="2" name="Picture 2" descr="4,900+ Top Tips Icon Stock Illustrations, Royalty-Free Vector Graphics &amp;  Clip Art - iStock">
            <a:extLst>
              <a:ext uri="{FF2B5EF4-FFF2-40B4-BE49-F238E27FC236}">
                <a16:creationId xmlns:a16="http://schemas.microsoft.com/office/drawing/2014/main" id="{DAE89473-2E62-D63F-485D-974D84EE12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4022" y="2636912"/>
            <a:ext cx="1029041" cy="707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0635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D8E9271B-1E01-623C-12DD-7B9112DD24A9}"/>
              </a:ext>
            </a:extLst>
          </p:cNvPr>
          <p:cNvSpPr>
            <a:spLocks noGrp="1"/>
          </p:cNvSpPr>
          <p:nvPr>
            <p:ph type="title"/>
          </p:nvPr>
        </p:nvSpPr>
        <p:spPr/>
        <p:txBody>
          <a:bodyPr/>
          <a:lstStyle/>
          <a:p>
            <a:r>
              <a:rPr lang="en-NL" noProof="0" dirty="0"/>
              <a:t>New release 0.4.0 available as of 12-aug</a:t>
            </a:r>
          </a:p>
        </p:txBody>
      </p:sp>
      <p:sp>
        <p:nvSpPr>
          <p:cNvPr id="4" name="Tekstvak 3">
            <a:extLst>
              <a:ext uri="{FF2B5EF4-FFF2-40B4-BE49-F238E27FC236}">
                <a16:creationId xmlns:a16="http://schemas.microsoft.com/office/drawing/2014/main" id="{0CB2103F-49D7-0E59-F944-781333971FD4}"/>
              </a:ext>
            </a:extLst>
          </p:cNvPr>
          <p:cNvSpPr txBox="1"/>
          <p:nvPr/>
        </p:nvSpPr>
        <p:spPr>
          <a:xfrm>
            <a:off x="335360" y="1698486"/>
            <a:ext cx="11521280" cy="2585323"/>
          </a:xfrm>
          <a:prstGeom prst="rect">
            <a:avLst/>
          </a:prstGeom>
          <a:noFill/>
        </p:spPr>
        <p:txBody>
          <a:bodyPr wrap="square" rtlCol="0">
            <a:spAutoFit/>
          </a:bodyPr>
          <a:lstStyle/>
          <a:p>
            <a:r>
              <a:rPr lang="en-NL" noProof="0" dirty="0"/>
              <a:t>Key Updates:</a:t>
            </a:r>
            <a:br>
              <a:rPr lang="en-NL" noProof="0" dirty="0"/>
            </a:br>
            <a:r>
              <a:rPr lang="en-NL" noProof="0" dirty="0"/>
              <a:t>✅ Simplified GCP setup with Service Principal </a:t>
            </a:r>
            <a:br>
              <a:rPr lang="en-NL" noProof="0" dirty="0"/>
            </a:br>
            <a:r>
              <a:rPr lang="en-NL" noProof="0" dirty="0"/>
              <a:t>✅ AWS GovCloud support</a:t>
            </a:r>
            <a:br>
              <a:rPr lang="en-NL" noProof="0" dirty="0"/>
            </a:br>
            <a:r>
              <a:rPr lang="en-NL" noProof="0" dirty="0"/>
              <a:t>✅ SAT tagging for deployed jobs</a:t>
            </a:r>
            <a:br>
              <a:rPr lang="en-NL" noProof="0" dirty="0"/>
            </a:br>
            <a:r>
              <a:rPr lang="en-NL" noProof="0" dirty="0"/>
              <a:t>✅ Fixes for Azure diagnostics logs check &amp; Azure account API checks</a:t>
            </a:r>
            <a:br>
              <a:rPr lang="en-NL" noProof="0" dirty="0"/>
            </a:br>
            <a:r>
              <a:rPr lang="en-NL" noProof="0" dirty="0"/>
              <a:t>✅ Documentation improvements for smoother onboarding</a:t>
            </a:r>
            <a:br>
              <a:rPr lang="en-NL" noProof="0" dirty="0"/>
            </a:br>
            <a:r>
              <a:rPr lang="en-NL" noProof="0" dirty="0"/>
              <a:t>✅ Many bug fixes</a:t>
            </a:r>
            <a:br>
              <a:rPr lang="en-NL" noProof="0" dirty="0"/>
            </a:br>
            <a:r>
              <a:rPr lang="en-NL" noProof="0" dirty="0"/>
              <a:t>These enhancements make SAT more robust across GCP, AWS (including GovCloud), and Azure, and help customers adopt it with reduced setup process.</a:t>
            </a:r>
            <a:endParaRPr lang="en-NL" sz="1000" noProof="0" dirty="0"/>
          </a:p>
        </p:txBody>
      </p:sp>
    </p:spTree>
    <p:extLst>
      <p:ext uri="{BB962C8B-B14F-4D97-AF65-F5344CB8AC3E}">
        <p14:creationId xmlns:p14="http://schemas.microsoft.com/office/powerpoint/2010/main" val="2433956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8778C-FBF8-27A8-7947-46E381CDB2B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9A61391-26DD-9ACD-5B0C-6E83EC526208}"/>
              </a:ext>
            </a:extLst>
          </p:cNvPr>
          <p:cNvPicPr>
            <a:picLocks noChangeAspect="1"/>
          </p:cNvPicPr>
          <p:nvPr/>
        </p:nvPicPr>
        <p:blipFill>
          <a:blip r:embed="rId2"/>
          <a:srcRect/>
          <a:stretch>
            <a:fillRect/>
          </a:stretch>
        </p:blipFill>
        <p:spPr>
          <a:xfrm>
            <a:off x="20" y="10"/>
            <a:ext cx="12191979" cy="6857990"/>
          </a:xfrm>
          <a:prstGeom prst="rect">
            <a:avLst/>
          </a:prstGeom>
          <a:noFill/>
        </p:spPr>
      </p:pic>
      <p:sp>
        <p:nvSpPr>
          <p:cNvPr id="12" name="Text Placeholder 2">
            <a:extLst>
              <a:ext uri="{FF2B5EF4-FFF2-40B4-BE49-F238E27FC236}">
                <a16:creationId xmlns:a16="http://schemas.microsoft.com/office/drawing/2014/main" id="{FB451DE4-2EEB-F794-D397-80AFC5089194}"/>
              </a:ext>
            </a:extLst>
          </p:cNvPr>
          <p:cNvSpPr>
            <a:spLocks noGrp="1"/>
          </p:cNvSpPr>
          <p:nvPr>
            <p:ph type="body" sz="quarter" idx="18"/>
          </p:nvPr>
        </p:nvSpPr>
        <p:spPr>
          <a:xfrm>
            <a:off x="0" y="0"/>
            <a:ext cx="12192000" cy="5723182"/>
          </a:xfrm>
        </p:spPr>
        <p:txBody>
          <a:bodyPr/>
          <a:lstStyle/>
          <a:p>
            <a:endParaRPr lang="en-NL" noProof="0" dirty="0"/>
          </a:p>
        </p:txBody>
      </p:sp>
      <p:sp>
        <p:nvSpPr>
          <p:cNvPr id="14" name="Text Placeholder 3">
            <a:extLst>
              <a:ext uri="{FF2B5EF4-FFF2-40B4-BE49-F238E27FC236}">
                <a16:creationId xmlns:a16="http://schemas.microsoft.com/office/drawing/2014/main" id="{780F787F-0743-994D-1B9E-2BB837503EF4}"/>
              </a:ext>
            </a:extLst>
          </p:cNvPr>
          <p:cNvSpPr>
            <a:spLocks noGrp="1"/>
          </p:cNvSpPr>
          <p:nvPr>
            <p:ph type="body" sz="quarter" idx="12"/>
          </p:nvPr>
        </p:nvSpPr>
        <p:spPr>
          <a:xfrm>
            <a:off x="533400" y="0"/>
            <a:ext cx="6781800" cy="6324600"/>
          </a:xfrm>
        </p:spPr>
        <p:txBody>
          <a:bodyPr/>
          <a:lstStyle/>
          <a:p>
            <a:endParaRPr lang="en-NL" noProof="0" dirty="0"/>
          </a:p>
        </p:txBody>
      </p:sp>
      <p:sp>
        <p:nvSpPr>
          <p:cNvPr id="3" name="Titel 2">
            <a:extLst>
              <a:ext uri="{FF2B5EF4-FFF2-40B4-BE49-F238E27FC236}">
                <a16:creationId xmlns:a16="http://schemas.microsoft.com/office/drawing/2014/main" id="{8B36CDBF-34BC-A8C7-7857-C7703C1BE044}"/>
              </a:ext>
            </a:extLst>
          </p:cNvPr>
          <p:cNvSpPr>
            <a:spLocks noGrp="1"/>
          </p:cNvSpPr>
          <p:nvPr>
            <p:ph type="title"/>
          </p:nvPr>
        </p:nvSpPr>
        <p:spPr>
          <a:xfrm>
            <a:off x="1266825" y="2265916"/>
            <a:ext cx="5314950" cy="3488998"/>
          </a:xfrm>
        </p:spPr>
        <p:txBody>
          <a:bodyPr anchor="b">
            <a:normAutofit/>
          </a:bodyPr>
          <a:lstStyle/>
          <a:p>
            <a:r>
              <a:rPr lang="en-NL" noProof="0" dirty="0"/>
              <a:t>DEMO TIME</a:t>
            </a:r>
          </a:p>
        </p:txBody>
      </p:sp>
    </p:spTree>
    <p:extLst>
      <p:ext uri="{BB962C8B-B14F-4D97-AF65-F5344CB8AC3E}">
        <p14:creationId xmlns:p14="http://schemas.microsoft.com/office/powerpoint/2010/main" val="288263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Tijdelijke aanduiding voor afbeelding 4">
            <a:extLst>
              <a:ext uri="{FF2B5EF4-FFF2-40B4-BE49-F238E27FC236}">
                <a16:creationId xmlns:a16="http://schemas.microsoft.com/office/drawing/2014/main" id="{FFBCF731-478B-42B2-B3C6-ECCC3D68E00B}"/>
              </a:ext>
              <a:ext uri="{C183D7F6-B498-43B3-948B-1728B52AA6E4}">
                <adec:decorative xmlns:adec="http://schemas.microsoft.com/office/drawing/2017/decorative" val="1"/>
              </a:ext>
            </a:extLst>
          </p:cNvPr>
          <p:cNvPicPr>
            <a:picLocks noGrp="1" noChangeAspect="1"/>
          </p:cNvPicPr>
          <p:nvPr>
            <p:ph type="pic" sz="quarter" idx="17"/>
          </p:nvPr>
        </p:nvPicPr>
        <p:blipFill>
          <a:blip r:embed="rId3">
            <a:extLst>
              <a:ext uri="{837473B0-CC2E-450A-ABE3-18F120FF3D39}">
                <a1611:picAttrSrcUrl xmlns:a1611="http://schemas.microsoft.com/office/drawing/2016/11/main" r:id="rId4"/>
              </a:ext>
            </a:extLst>
          </a:blip>
          <a:srcRect t="13196" b="13196"/>
          <a:stretch/>
        </p:blipFill>
        <p:spPr/>
      </p:pic>
      <p:sp>
        <p:nvSpPr>
          <p:cNvPr id="6" name="Tijdelijke aanduiding voor tekst 5">
            <a:extLst>
              <a:ext uri="{FF2B5EF4-FFF2-40B4-BE49-F238E27FC236}">
                <a16:creationId xmlns:a16="http://schemas.microsoft.com/office/drawing/2014/main" id="{9D1BC2E1-BF31-33BD-45F3-679D997E3773}"/>
              </a:ext>
            </a:extLst>
          </p:cNvPr>
          <p:cNvSpPr>
            <a:spLocks noGrp="1"/>
          </p:cNvSpPr>
          <p:nvPr>
            <p:ph type="body" sz="quarter" idx="18"/>
          </p:nvPr>
        </p:nvSpPr>
        <p:spPr/>
        <p:txBody>
          <a:bodyPr/>
          <a:lstStyle/>
          <a:p>
            <a:endParaRPr lang="en-NL" noProof="0" dirty="0"/>
          </a:p>
        </p:txBody>
      </p:sp>
      <p:sp>
        <p:nvSpPr>
          <p:cNvPr id="4" name="Tijdelijke aanduiding voor tekst 3">
            <a:extLst>
              <a:ext uri="{FF2B5EF4-FFF2-40B4-BE49-F238E27FC236}">
                <a16:creationId xmlns:a16="http://schemas.microsoft.com/office/drawing/2014/main" id="{89AC7C72-7071-90BB-D119-ADCC17C20A54}"/>
              </a:ext>
            </a:extLst>
          </p:cNvPr>
          <p:cNvSpPr>
            <a:spLocks noGrp="1"/>
          </p:cNvSpPr>
          <p:nvPr>
            <p:ph type="body" sz="quarter" idx="12"/>
          </p:nvPr>
        </p:nvSpPr>
        <p:spPr/>
        <p:txBody>
          <a:bodyPr/>
          <a:lstStyle/>
          <a:p>
            <a:endParaRPr lang="en-NL" noProof="0" dirty="0"/>
          </a:p>
        </p:txBody>
      </p:sp>
      <p:sp>
        <p:nvSpPr>
          <p:cNvPr id="43" name="Titel 42">
            <a:extLst>
              <a:ext uri="{FF2B5EF4-FFF2-40B4-BE49-F238E27FC236}">
                <a16:creationId xmlns:a16="http://schemas.microsoft.com/office/drawing/2014/main" id="{CF39D3B5-ABDB-4DFF-8107-EF97569C9BBE}"/>
              </a:ext>
            </a:extLst>
          </p:cNvPr>
          <p:cNvSpPr>
            <a:spLocks noGrp="1"/>
          </p:cNvSpPr>
          <p:nvPr>
            <p:ph type="title"/>
          </p:nvPr>
        </p:nvSpPr>
        <p:spPr/>
        <p:txBody>
          <a:bodyPr rtlCol="0"/>
          <a:lstStyle/>
          <a:p>
            <a:r>
              <a:rPr lang="en-NL" noProof="0" dirty="0"/>
              <a:t>Extra Security </a:t>
            </a:r>
            <a:r>
              <a:rPr lang="en-NL" noProof="0" dirty="0" err="1"/>
              <a:t>Measu</a:t>
            </a:r>
            <a:r>
              <a:rPr lang="nl-NL" noProof="0" dirty="0"/>
              <a:t>RE</a:t>
            </a:r>
            <a:r>
              <a:rPr lang="en-NL" noProof="0" dirty="0" err="1"/>
              <a:t>ments</a:t>
            </a:r>
            <a:endParaRPr lang="en-NL" noProof="0" dirty="0"/>
          </a:p>
        </p:txBody>
      </p:sp>
    </p:spTree>
    <p:extLst>
      <p:ext uri="{BB962C8B-B14F-4D97-AF65-F5344CB8AC3E}">
        <p14:creationId xmlns:p14="http://schemas.microsoft.com/office/powerpoint/2010/main" val="3202840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73F0BBA-F9D6-3F67-EB08-87AE11B9109B}"/>
              </a:ext>
            </a:extLst>
          </p:cNvPr>
          <p:cNvSpPr>
            <a:spLocks noGrp="1"/>
          </p:cNvSpPr>
          <p:nvPr>
            <p:ph type="title"/>
          </p:nvPr>
        </p:nvSpPr>
        <p:spPr>
          <a:xfrm>
            <a:off x="479376" y="620688"/>
            <a:ext cx="10805160" cy="707886"/>
          </a:xfrm>
        </p:spPr>
        <p:txBody>
          <a:bodyPr/>
          <a:lstStyle/>
          <a:p>
            <a:r>
              <a:rPr lang="en-NL" noProof="0" dirty="0"/>
              <a:t>Azure Security Baseline for Azure Databricks</a:t>
            </a:r>
          </a:p>
        </p:txBody>
      </p:sp>
      <p:sp>
        <p:nvSpPr>
          <p:cNvPr id="3" name="Tekstvak 2">
            <a:extLst>
              <a:ext uri="{FF2B5EF4-FFF2-40B4-BE49-F238E27FC236}">
                <a16:creationId xmlns:a16="http://schemas.microsoft.com/office/drawing/2014/main" id="{C79D4247-8BBD-4655-C4D8-858DF9449F11}"/>
              </a:ext>
            </a:extLst>
          </p:cNvPr>
          <p:cNvSpPr txBox="1"/>
          <p:nvPr/>
        </p:nvSpPr>
        <p:spPr>
          <a:xfrm>
            <a:off x="1271464" y="1772816"/>
            <a:ext cx="9495134" cy="1477328"/>
          </a:xfrm>
          <a:prstGeom prst="rect">
            <a:avLst/>
          </a:prstGeom>
          <a:noFill/>
        </p:spPr>
        <p:txBody>
          <a:bodyPr wrap="square">
            <a:spAutoFit/>
          </a:bodyPr>
          <a:lstStyle/>
          <a:p>
            <a:pPr algn="l">
              <a:buNone/>
            </a:pPr>
            <a:r>
              <a:rPr lang="en-NL" b="0" i="0" noProof="0" dirty="0">
                <a:solidFill>
                  <a:srgbClr val="43467B"/>
                </a:solidFill>
                <a:effectLst/>
                <a:latin typeface="Segoe UI" panose="020B0502040204020203" pitchFamily="34" charset="0"/>
              </a:rPr>
              <a:t>This security baseline applies guidance from the </a:t>
            </a:r>
            <a:r>
              <a:rPr lang="en-NL" b="0" i="0" u="none" strike="noStrike" noProof="0" dirty="0">
                <a:solidFill>
                  <a:srgbClr val="43467B"/>
                </a:solidFill>
                <a:effectLst/>
                <a:latin typeface="Segoe UI" panose="020B0502040204020203" pitchFamily="34" charset="0"/>
                <a:hlinkClick r:id="rId2">
                  <a:extLst>
                    <a:ext uri="{A12FA001-AC4F-418D-AE19-62706E023703}">
                      <ahyp:hlinkClr xmlns:ahyp="http://schemas.microsoft.com/office/drawing/2018/hyperlinkcolor" val="tx"/>
                    </a:ext>
                  </a:extLst>
                </a:hlinkClick>
              </a:rPr>
              <a:t>Microsoft cloud security benchmark version 1.0</a:t>
            </a:r>
            <a:r>
              <a:rPr lang="en-NL" b="0" i="0" noProof="0" dirty="0">
                <a:solidFill>
                  <a:srgbClr val="43467B"/>
                </a:solidFill>
                <a:effectLst/>
                <a:latin typeface="Segoe UI" panose="020B0502040204020203" pitchFamily="34" charset="0"/>
              </a:rPr>
              <a:t> to Azure Databricks. The Microsoft cloud security benchmark provides recommendations on how you can secure your cloud solutions on Azure. The content is grouped by the security controls defined by the Microsoft cloud security benchmark and the related guidance applicable to Azure Databricks.</a:t>
            </a:r>
          </a:p>
        </p:txBody>
      </p:sp>
      <p:pic>
        <p:nvPicPr>
          <p:cNvPr id="5" name="Afbeelding 4" descr="Afbeelding met tekst, schermopname, diagram, driehoek&#10;&#10;Door AI gegenereerde inhoud is mogelijk onjuist.">
            <a:extLst>
              <a:ext uri="{FF2B5EF4-FFF2-40B4-BE49-F238E27FC236}">
                <a16:creationId xmlns:a16="http://schemas.microsoft.com/office/drawing/2014/main" id="{D0D6639D-4161-2162-000A-FC6B60CD9FFB}"/>
              </a:ext>
            </a:extLst>
          </p:cNvPr>
          <p:cNvPicPr>
            <a:picLocks noChangeAspect="1"/>
          </p:cNvPicPr>
          <p:nvPr/>
        </p:nvPicPr>
        <p:blipFill>
          <a:blip r:embed="rId3"/>
          <a:stretch>
            <a:fillRect/>
          </a:stretch>
        </p:blipFill>
        <p:spPr>
          <a:xfrm>
            <a:off x="2999656" y="3501008"/>
            <a:ext cx="5938101" cy="3000211"/>
          </a:xfrm>
          <a:prstGeom prst="rect">
            <a:avLst/>
          </a:prstGeom>
        </p:spPr>
      </p:pic>
    </p:spTree>
    <p:extLst>
      <p:ext uri="{BB962C8B-B14F-4D97-AF65-F5344CB8AC3E}">
        <p14:creationId xmlns:p14="http://schemas.microsoft.com/office/powerpoint/2010/main" val="25693003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8013F-31EC-770B-C3E8-73179290C70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CA10A898-F788-3C5B-3008-36EE26B35E74}"/>
              </a:ext>
            </a:extLst>
          </p:cNvPr>
          <p:cNvSpPr>
            <a:spLocks noGrp="1"/>
          </p:cNvSpPr>
          <p:nvPr>
            <p:ph type="title"/>
          </p:nvPr>
        </p:nvSpPr>
        <p:spPr>
          <a:xfrm>
            <a:off x="479376" y="620688"/>
            <a:ext cx="10805160" cy="707886"/>
          </a:xfrm>
        </p:spPr>
        <p:txBody>
          <a:bodyPr/>
          <a:lstStyle/>
          <a:p>
            <a:r>
              <a:rPr lang="en-NL" noProof="0" dirty="0"/>
              <a:t>Azure Security Baseline for Azure Databricks</a:t>
            </a:r>
          </a:p>
        </p:txBody>
      </p:sp>
      <p:sp>
        <p:nvSpPr>
          <p:cNvPr id="3" name="Tekstvak 2">
            <a:extLst>
              <a:ext uri="{FF2B5EF4-FFF2-40B4-BE49-F238E27FC236}">
                <a16:creationId xmlns:a16="http://schemas.microsoft.com/office/drawing/2014/main" id="{202B722E-9350-BECA-EFC0-61F9D79FE618}"/>
              </a:ext>
            </a:extLst>
          </p:cNvPr>
          <p:cNvSpPr txBox="1"/>
          <p:nvPr/>
        </p:nvSpPr>
        <p:spPr>
          <a:xfrm>
            <a:off x="1134389" y="1628800"/>
            <a:ext cx="9495134" cy="923330"/>
          </a:xfrm>
          <a:prstGeom prst="rect">
            <a:avLst/>
          </a:prstGeom>
          <a:noFill/>
        </p:spPr>
        <p:txBody>
          <a:bodyPr wrap="square">
            <a:spAutoFit/>
          </a:bodyPr>
          <a:lstStyle/>
          <a:p>
            <a:pPr algn="l">
              <a:buNone/>
            </a:pPr>
            <a:r>
              <a:rPr lang="en-NL" b="0" i="0" noProof="0" dirty="0">
                <a:solidFill>
                  <a:srgbClr val="43467B"/>
                </a:solidFill>
                <a:effectLst/>
                <a:latin typeface="Segoe UI" panose="020B0502040204020203" pitchFamily="34" charset="0"/>
              </a:rPr>
              <a:t>You can monitor this security baseline and its recommendations using Microsoft Defender for Cloud. Azure Policy definitions will be listed in the Regulatory Compliance section of the Microsoft Defender for Cloud portal page.</a:t>
            </a:r>
          </a:p>
        </p:txBody>
      </p:sp>
      <p:pic>
        <p:nvPicPr>
          <p:cNvPr id="5122" name="Picture 2" descr="Microsoft | Lumifi Cybersecurity">
            <a:extLst>
              <a:ext uri="{FF2B5EF4-FFF2-40B4-BE49-F238E27FC236}">
                <a16:creationId xmlns:a16="http://schemas.microsoft.com/office/drawing/2014/main" id="{9B6A56FD-A711-1F48-F313-7015E896A2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2708920"/>
            <a:ext cx="1728192" cy="1294476"/>
          </a:xfrm>
          <a:prstGeom prst="rect">
            <a:avLst/>
          </a:prstGeom>
          <a:noFill/>
          <a:extLst>
            <a:ext uri="{909E8E84-426E-40DD-AFC4-6F175D3DCCD1}">
              <a14:hiddenFill xmlns:a14="http://schemas.microsoft.com/office/drawing/2010/main">
                <a:solidFill>
                  <a:srgbClr val="FFFFFF"/>
                </a:solidFill>
              </a14:hiddenFill>
            </a:ext>
          </a:extLst>
        </p:spPr>
      </p:pic>
      <p:pic>
        <p:nvPicPr>
          <p:cNvPr id="4" name="Afbeelding 3">
            <a:extLst>
              <a:ext uri="{FF2B5EF4-FFF2-40B4-BE49-F238E27FC236}">
                <a16:creationId xmlns:a16="http://schemas.microsoft.com/office/drawing/2014/main" id="{62A1337E-D2EB-7C82-FB19-00EADD5F3BCA}"/>
              </a:ext>
            </a:extLst>
          </p:cNvPr>
          <p:cNvPicPr>
            <a:picLocks noChangeAspect="1"/>
          </p:cNvPicPr>
          <p:nvPr/>
        </p:nvPicPr>
        <p:blipFill>
          <a:blip r:embed="rId3"/>
          <a:stretch>
            <a:fillRect/>
          </a:stretch>
        </p:blipFill>
        <p:spPr>
          <a:xfrm>
            <a:off x="4511824" y="2768876"/>
            <a:ext cx="5859436" cy="3711794"/>
          </a:xfrm>
          <a:prstGeom prst="rect">
            <a:avLst/>
          </a:prstGeom>
          <a:ln>
            <a:solidFill>
              <a:schemeClr val="bg1">
                <a:lumMod val="65000"/>
              </a:schemeClr>
            </a:solidFill>
          </a:ln>
        </p:spPr>
      </p:pic>
    </p:spTree>
    <p:extLst>
      <p:ext uri="{BB962C8B-B14F-4D97-AF65-F5344CB8AC3E}">
        <p14:creationId xmlns:p14="http://schemas.microsoft.com/office/powerpoint/2010/main" val="3326313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5750B-D372-DAC3-3D8A-ABCAB2E8547B}"/>
            </a:ext>
          </a:extLst>
        </p:cNvPr>
        <p:cNvGrpSpPr/>
        <p:nvPr/>
      </p:nvGrpSpPr>
      <p:grpSpPr>
        <a:xfrm>
          <a:off x="0" y="0"/>
          <a:ext cx="0" cy="0"/>
          <a:chOff x="0" y="0"/>
          <a:chExt cx="0" cy="0"/>
        </a:xfrm>
      </p:grpSpPr>
      <p:pic>
        <p:nvPicPr>
          <p:cNvPr id="5" name="Tijdelijke aanduiding voor afbeelding 4">
            <a:extLst>
              <a:ext uri="{FF2B5EF4-FFF2-40B4-BE49-F238E27FC236}">
                <a16:creationId xmlns:a16="http://schemas.microsoft.com/office/drawing/2014/main" id="{93B5EF6C-3A4E-FDE7-B74B-97188A198C32}"/>
              </a:ext>
              <a:ext uri="{C183D7F6-B498-43B3-948B-1728B52AA6E4}">
                <adec:decorative xmlns:adec="http://schemas.microsoft.com/office/drawing/2017/decorative" val="1"/>
              </a:ext>
            </a:extLst>
          </p:cNvPr>
          <p:cNvPicPr>
            <a:picLocks noGrp="1" noChangeAspect="1"/>
          </p:cNvPicPr>
          <p:nvPr>
            <p:ph type="pic" sz="quarter" idx="17"/>
          </p:nvPr>
        </p:nvPicPr>
        <p:blipFill rotWithShape="1">
          <a:blip r:embed="rId3" cstate="screen">
            <a:extLst>
              <a:ext uri="{28A0092B-C50C-407E-A947-70E740481C1C}">
                <a14:useLocalDpi xmlns:a14="http://schemas.microsoft.com/office/drawing/2010/main"/>
              </a:ext>
            </a:extLst>
          </a:blip>
          <a:srcRect t="15839" b="15839"/>
          <a:stretch/>
        </p:blipFill>
        <p:spPr/>
      </p:pic>
      <p:sp>
        <p:nvSpPr>
          <p:cNvPr id="6" name="Tijdelijke aanduiding voor tekst 5">
            <a:extLst>
              <a:ext uri="{FF2B5EF4-FFF2-40B4-BE49-F238E27FC236}">
                <a16:creationId xmlns:a16="http://schemas.microsoft.com/office/drawing/2014/main" id="{F5087232-4202-8C30-477E-BDEB0DC002AE}"/>
              </a:ext>
            </a:extLst>
          </p:cNvPr>
          <p:cNvSpPr>
            <a:spLocks noGrp="1"/>
          </p:cNvSpPr>
          <p:nvPr>
            <p:ph type="body" sz="quarter" idx="18"/>
          </p:nvPr>
        </p:nvSpPr>
        <p:spPr/>
        <p:txBody>
          <a:bodyPr/>
          <a:lstStyle/>
          <a:p>
            <a:endParaRPr lang="en-NL" noProof="0" dirty="0"/>
          </a:p>
        </p:txBody>
      </p:sp>
      <p:sp>
        <p:nvSpPr>
          <p:cNvPr id="4" name="Tijdelijke aanduiding voor tekst 3">
            <a:extLst>
              <a:ext uri="{FF2B5EF4-FFF2-40B4-BE49-F238E27FC236}">
                <a16:creationId xmlns:a16="http://schemas.microsoft.com/office/drawing/2014/main" id="{3958B33D-1929-77FB-E55A-D9B1330899B8}"/>
              </a:ext>
            </a:extLst>
          </p:cNvPr>
          <p:cNvSpPr>
            <a:spLocks noGrp="1"/>
          </p:cNvSpPr>
          <p:nvPr>
            <p:ph type="body" sz="quarter" idx="12"/>
          </p:nvPr>
        </p:nvSpPr>
        <p:spPr/>
        <p:txBody>
          <a:bodyPr/>
          <a:lstStyle/>
          <a:p>
            <a:endParaRPr lang="en-NL" noProof="0" dirty="0"/>
          </a:p>
        </p:txBody>
      </p:sp>
      <p:sp>
        <p:nvSpPr>
          <p:cNvPr id="43" name="Titel 42">
            <a:extLst>
              <a:ext uri="{FF2B5EF4-FFF2-40B4-BE49-F238E27FC236}">
                <a16:creationId xmlns:a16="http://schemas.microsoft.com/office/drawing/2014/main" id="{C21A718D-FDEF-8305-5742-E479C57FBA49}"/>
              </a:ext>
            </a:extLst>
          </p:cNvPr>
          <p:cNvSpPr>
            <a:spLocks noGrp="1"/>
          </p:cNvSpPr>
          <p:nvPr>
            <p:ph type="title"/>
          </p:nvPr>
        </p:nvSpPr>
        <p:spPr/>
        <p:txBody>
          <a:bodyPr rtlCol="0"/>
          <a:lstStyle/>
          <a:p>
            <a:pPr rtl="0"/>
            <a:r>
              <a:rPr lang="en-NL" noProof="0" dirty="0"/>
              <a:t>WRAP UP</a:t>
            </a:r>
          </a:p>
        </p:txBody>
      </p:sp>
    </p:spTree>
    <p:extLst>
      <p:ext uri="{BB962C8B-B14F-4D97-AF65-F5344CB8AC3E}">
        <p14:creationId xmlns:p14="http://schemas.microsoft.com/office/powerpoint/2010/main" val="4124183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el 23">
            <a:extLst>
              <a:ext uri="{FF2B5EF4-FFF2-40B4-BE49-F238E27FC236}">
                <a16:creationId xmlns:a16="http://schemas.microsoft.com/office/drawing/2014/main" id="{628F44F8-BDF6-DFB2-60E3-9C4D25825CAD}"/>
              </a:ext>
            </a:extLst>
          </p:cNvPr>
          <p:cNvSpPr>
            <a:spLocks noGrp="1"/>
          </p:cNvSpPr>
          <p:nvPr>
            <p:ph type="title"/>
          </p:nvPr>
        </p:nvSpPr>
        <p:spPr>
          <a:xfrm>
            <a:off x="479376" y="620688"/>
            <a:ext cx="10805160" cy="707886"/>
          </a:xfrm>
        </p:spPr>
        <p:txBody>
          <a:bodyPr/>
          <a:lstStyle/>
          <a:p>
            <a:r>
              <a:rPr lang="en-NL" noProof="0" dirty="0"/>
              <a:t>Take aways are..</a:t>
            </a:r>
          </a:p>
        </p:txBody>
      </p:sp>
      <p:sp>
        <p:nvSpPr>
          <p:cNvPr id="2" name="Tekstvak 1">
            <a:extLst>
              <a:ext uri="{FF2B5EF4-FFF2-40B4-BE49-F238E27FC236}">
                <a16:creationId xmlns:a16="http://schemas.microsoft.com/office/drawing/2014/main" id="{97F1AD9B-6691-EA71-28E2-6F07AF92D727}"/>
              </a:ext>
            </a:extLst>
          </p:cNvPr>
          <p:cNvSpPr txBox="1"/>
          <p:nvPr/>
        </p:nvSpPr>
        <p:spPr>
          <a:xfrm>
            <a:off x="479376" y="1628800"/>
            <a:ext cx="10297144" cy="369332"/>
          </a:xfrm>
          <a:prstGeom prst="rect">
            <a:avLst/>
          </a:prstGeom>
          <a:noFill/>
        </p:spPr>
        <p:txBody>
          <a:bodyPr wrap="square" rtlCol="0">
            <a:spAutoFit/>
          </a:bodyPr>
          <a:lstStyle/>
          <a:p>
            <a:pPr marL="285750" indent="-285750">
              <a:buFont typeface="Wingdings" panose="05000000000000000000" pitchFamily="2" charset="2"/>
              <a:buChar char="ü"/>
            </a:pPr>
            <a:r>
              <a:rPr lang="en-NL" noProof="0" dirty="0">
                <a:solidFill>
                  <a:srgbClr val="43467B"/>
                </a:solidFill>
              </a:rPr>
              <a:t>SAT is a powerful tool that helps </a:t>
            </a:r>
            <a:r>
              <a:rPr lang="nl-NL" noProof="0" dirty="0" err="1">
                <a:solidFill>
                  <a:srgbClr val="43467B"/>
                </a:solidFill>
              </a:rPr>
              <a:t>us</a:t>
            </a:r>
            <a:r>
              <a:rPr lang="en-NL" noProof="0" dirty="0">
                <a:solidFill>
                  <a:srgbClr val="43467B"/>
                </a:solidFill>
              </a:rPr>
              <a:t> analyse and monitor </a:t>
            </a:r>
            <a:r>
              <a:rPr lang="nl-NL" noProof="0" dirty="0" err="1">
                <a:solidFill>
                  <a:srgbClr val="43467B"/>
                </a:solidFill>
              </a:rPr>
              <a:t>Databricks</a:t>
            </a:r>
            <a:r>
              <a:rPr lang="nl-NL" noProof="0" dirty="0">
                <a:solidFill>
                  <a:srgbClr val="43467B"/>
                </a:solidFill>
              </a:rPr>
              <a:t> </a:t>
            </a:r>
            <a:r>
              <a:rPr lang="en-NL" noProof="0" dirty="0">
                <a:solidFill>
                  <a:srgbClr val="43467B"/>
                </a:solidFill>
              </a:rPr>
              <a:t>security </a:t>
            </a:r>
            <a:r>
              <a:rPr lang="en-NL" dirty="0">
                <a:solidFill>
                  <a:srgbClr val="43467B"/>
                </a:solidFill>
              </a:rPr>
              <a:t>best-practices </a:t>
            </a:r>
            <a:r>
              <a:rPr lang="en-NL" noProof="0" dirty="0">
                <a:solidFill>
                  <a:srgbClr val="43467B"/>
                </a:solidFill>
              </a:rPr>
              <a:t>measurements.</a:t>
            </a:r>
          </a:p>
        </p:txBody>
      </p:sp>
      <p:sp>
        <p:nvSpPr>
          <p:cNvPr id="3" name="Tekstvak 2">
            <a:extLst>
              <a:ext uri="{FF2B5EF4-FFF2-40B4-BE49-F238E27FC236}">
                <a16:creationId xmlns:a16="http://schemas.microsoft.com/office/drawing/2014/main" id="{A64EA3ED-53E2-048E-5BA3-12B62EFBE0A4}"/>
              </a:ext>
            </a:extLst>
          </p:cNvPr>
          <p:cNvSpPr txBox="1"/>
          <p:nvPr/>
        </p:nvSpPr>
        <p:spPr>
          <a:xfrm>
            <a:off x="2495600" y="2348880"/>
            <a:ext cx="9145016" cy="369332"/>
          </a:xfrm>
          <a:prstGeom prst="rect">
            <a:avLst/>
          </a:prstGeom>
          <a:noFill/>
        </p:spPr>
        <p:txBody>
          <a:bodyPr wrap="square" rtlCol="0">
            <a:spAutoFit/>
          </a:bodyPr>
          <a:lstStyle/>
          <a:p>
            <a:pPr marL="285750" indent="-285750">
              <a:buFont typeface="Wingdings" panose="05000000000000000000" pitchFamily="2" charset="2"/>
              <a:buChar char="ü"/>
            </a:pPr>
            <a:r>
              <a:rPr lang="en-NL" noProof="0" dirty="0">
                <a:solidFill>
                  <a:srgbClr val="1D9BA1"/>
                </a:solidFill>
              </a:rPr>
              <a:t>In the process of setting SAT up, you can configure it to </a:t>
            </a:r>
            <a:r>
              <a:rPr lang="en-NL" noProof="0" dirty="0" err="1">
                <a:solidFill>
                  <a:srgbClr val="1D9BA1"/>
                </a:solidFill>
              </a:rPr>
              <a:t>beter</a:t>
            </a:r>
            <a:r>
              <a:rPr lang="en-NL" noProof="0" dirty="0">
                <a:solidFill>
                  <a:srgbClr val="1D9BA1"/>
                </a:solidFill>
              </a:rPr>
              <a:t> suit your environment.</a:t>
            </a:r>
          </a:p>
        </p:txBody>
      </p:sp>
      <p:sp>
        <p:nvSpPr>
          <p:cNvPr id="4" name="Tekstvak 3">
            <a:extLst>
              <a:ext uri="{FF2B5EF4-FFF2-40B4-BE49-F238E27FC236}">
                <a16:creationId xmlns:a16="http://schemas.microsoft.com/office/drawing/2014/main" id="{DCD5B3D6-2AD2-E823-8B48-42515749670B}"/>
              </a:ext>
            </a:extLst>
          </p:cNvPr>
          <p:cNvSpPr txBox="1"/>
          <p:nvPr/>
        </p:nvSpPr>
        <p:spPr>
          <a:xfrm>
            <a:off x="507395" y="3059668"/>
            <a:ext cx="9145016" cy="369332"/>
          </a:xfrm>
          <a:prstGeom prst="rect">
            <a:avLst/>
          </a:prstGeom>
          <a:noFill/>
        </p:spPr>
        <p:txBody>
          <a:bodyPr wrap="square" rtlCol="0">
            <a:spAutoFit/>
          </a:bodyPr>
          <a:lstStyle/>
          <a:p>
            <a:pPr marL="285750" indent="-285750">
              <a:buFont typeface="Wingdings" panose="05000000000000000000" pitchFamily="2" charset="2"/>
              <a:buChar char="ü"/>
            </a:pPr>
            <a:r>
              <a:rPr lang="en-NL" noProof="0" dirty="0">
                <a:solidFill>
                  <a:srgbClr val="87175F"/>
                </a:solidFill>
              </a:rPr>
              <a:t>Provides simple and yet concise reporting solution to evaluate Security </a:t>
            </a:r>
          </a:p>
        </p:txBody>
      </p:sp>
      <p:sp>
        <p:nvSpPr>
          <p:cNvPr id="5" name="Tekstvak 4">
            <a:extLst>
              <a:ext uri="{FF2B5EF4-FFF2-40B4-BE49-F238E27FC236}">
                <a16:creationId xmlns:a16="http://schemas.microsoft.com/office/drawing/2014/main" id="{2EF115A0-5647-61C7-D04B-59544EB7D88A}"/>
              </a:ext>
            </a:extLst>
          </p:cNvPr>
          <p:cNvSpPr txBox="1"/>
          <p:nvPr/>
        </p:nvSpPr>
        <p:spPr>
          <a:xfrm>
            <a:off x="2495600" y="3852791"/>
            <a:ext cx="9145016" cy="369332"/>
          </a:xfrm>
          <a:prstGeom prst="rect">
            <a:avLst/>
          </a:prstGeom>
          <a:noFill/>
        </p:spPr>
        <p:txBody>
          <a:bodyPr wrap="square" rtlCol="0">
            <a:spAutoFit/>
          </a:bodyPr>
          <a:lstStyle/>
          <a:p>
            <a:pPr marL="285750" indent="-285750">
              <a:buFont typeface="Wingdings" panose="05000000000000000000" pitchFamily="2" charset="2"/>
              <a:buChar char="ü"/>
            </a:pPr>
            <a:r>
              <a:rPr lang="en-NL" noProof="0" dirty="0">
                <a:solidFill>
                  <a:srgbClr val="43467B"/>
                </a:solidFill>
              </a:rPr>
              <a:t>It allows us to share information for other Workspace members to take action.</a:t>
            </a:r>
          </a:p>
        </p:txBody>
      </p:sp>
      <p:sp>
        <p:nvSpPr>
          <p:cNvPr id="6" name="Tekstvak 5">
            <a:extLst>
              <a:ext uri="{FF2B5EF4-FFF2-40B4-BE49-F238E27FC236}">
                <a16:creationId xmlns:a16="http://schemas.microsoft.com/office/drawing/2014/main" id="{D3BE76AA-E225-D1AE-8F3F-6A5045E98DAF}"/>
              </a:ext>
            </a:extLst>
          </p:cNvPr>
          <p:cNvSpPr txBox="1"/>
          <p:nvPr/>
        </p:nvSpPr>
        <p:spPr>
          <a:xfrm>
            <a:off x="507395" y="4675203"/>
            <a:ext cx="9145016" cy="369332"/>
          </a:xfrm>
          <a:prstGeom prst="rect">
            <a:avLst/>
          </a:prstGeom>
          <a:noFill/>
        </p:spPr>
        <p:txBody>
          <a:bodyPr wrap="square" rtlCol="0">
            <a:spAutoFit/>
          </a:bodyPr>
          <a:lstStyle/>
          <a:p>
            <a:pPr marL="285750" indent="-285750">
              <a:buFont typeface="Wingdings" panose="05000000000000000000" pitchFamily="2" charset="2"/>
              <a:buChar char="ü"/>
            </a:pPr>
            <a:r>
              <a:rPr lang="en-NL" noProof="0" dirty="0">
                <a:solidFill>
                  <a:srgbClr val="1D9BA1"/>
                </a:solidFill>
              </a:rPr>
              <a:t>Open source and direct contact with the SAT team, as well as Contributions from the community.</a:t>
            </a:r>
          </a:p>
        </p:txBody>
      </p:sp>
      <p:sp>
        <p:nvSpPr>
          <p:cNvPr id="7" name="Tekstvak 6">
            <a:extLst>
              <a:ext uri="{FF2B5EF4-FFF2-40B4-BE49-F238E27FC236}">
                <a16:creationId xmlns:a16="http://schemas.microsoft.com/office/drawing/2014/main" id="{2CDCF730-DE6A-9CD7-5B91-B5192FB2F474}"/>
              </a:ext>
            </a:extLst>
          </p:cNvPr>
          <p:cNvSpPr txBox="1"/>
          <p:nvPr/>
        </p:nvSpPr>
        <p:spPr>
          <a:xfrm>
            <a:off x="2639616" y="5517232"/>
            <a:ext cx="9145016" cy="369332"/>
          </a:xfrm>
          <a:prstGeom prst="rect">
            <a:avLst/>
          </a:prstGeom>
          <a:noFill/>
        </p:spPr>
        <p:txBody>
          <a:bodyPr wrap="square" rtlCol="0">
            <a:spAutoFit/>
          </a:bodyPr>
          <a:lstStyle/>
          <a:p>
            <a:pPr marL="285750" indent="-285750">
              <a:buFont typeface="Wingdings" panose="05000000000000000000" pitchFamily="2" charset="2"/>
              <a:buChar char="ü"/>
            </a:pPr>
            <a:r>
              <a:rPr lang="en-NL" noProof="0" dirty="0">
                <a:solidFill>
                  <a:srgbClr val="87175F"/>
                </a:solidFill>
              </a:rPr>
              <a:t>Together with Microsoft, we get a full security coverage for Azure and Databricks.</a:t>
            </a:r>
          </a:p>
        </p:txBody>
      </p:sp>
    </p:spTree>
    <p:extLst>
      <p:ext uri="{BB962C8B-B14F-4D97-AF65-F5344CB8AC3E}">
        <p14:creationId xmlns:p14="http://schemas.microsoft.com/office/powerpoint/2010/main" val="385330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9D24509E-BB74-42FE-A9A8-F01572CD040C}"/>
              </a:ext>
            </a:extLst>
          </p:cNvPr>
          <p:cNvSpPr>
            <a:spLocks noGrp="1"/>
          </p:cNvSpPr>
          <p:nvPr>
            <p:ph type="title"/>
          </p:nvPr>
        </p:nvSpPr>
        <p:spPr/>
        <p:txBody>
          <a:bodyPr rtlCol="0"/>
          <a:lstStyle/>
          <a:p>
            <a:pPr rtl="0"/>
            <a:r>
              <a:rPr lang="en-NL" noProof="0" dirty="0" err="1"/>
              <a:t>ReferEnces</a:t>
            </a:r>
            <a:endParaRPr lang="en-NL" noProof="0" dirty="0"/>
          </a:p>
        </p:txBody>
      </p:sp>
      <p:sp>
        <p:nvSpPr>
          <p:cNvPr id="12" name="Tijdelijke aanduiding voor tekst 119">
            <a:extLst>
              <a:ext uri="{FF2B5EF4-FFF2-40B4-BE49-F238E27FC236}">
                <a16:creationId xmlns:a16="http://schemas.microsoft.com/office/drawing/2014/main" id="{C0F25050-A2F4-4F04-ACDB-1E69650344BA}"/>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en-NL" noProof="0" dirty="0"/>
          </a:p>
        </p:txBody>
      </p:sp>
      <p:sp>
        <p:nvSpPr>
          <p:cNvPr id="2" name="Tijdelijke aanduiding voor inhoud 2">
            <a:extLst>
              <a:ext uri="{FF2B5EF4-FFF2-40B4-BE49-F238E27FC236}">
                <a16:creationId xmlns:a16="http://schemas.microsoft.com/office/drawing/2014/main" id="{E3E26837-491B-907B-0482-FDABDAB3D139}"/>
              </a:ext>
            </a:extLst>
          </p:cNvPr>
          <p:cNvSpPr txBox="1">
            <a:spLocks/>
          </p:cNvSpPr>
          <p:nvPr/>
        </p:nvSpPr>
        <p:spPr>
          <a:xfrm>
            <a:off x="838200" y="1825625"/>
            <a:ext cx="9434264" cy="4351338"/>
          </a:xfrm>
          <a:prstGeom prst="rect">
            <a:avLst/>
          </a:prstGeom>
        </p:spPr>
        <p:txBody>
          <a:bodyPr>
            <a:normAutofit/>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NL" sz="1300" noProof="0" dirty="0"/>
              <a:t>Security Analysis Tool</a:t>
            </a:r>
          </a:p>
          <a:p>
            <a:pPr lvl="1"/>
            <a:r>
              <a:rPr lang="en-NL" sz="1100" noProof="0" dirty="0">
                <a:hlinkClick r:id="rId3"/>
              </a:rPr>
              <a:t>https://www.databricks.com/blog/announcing-security-analysis-tool-sat</a:t>
            </a:r>
            <a:endParaRPr lang="en-NL" sz="1100" noProof="0" dirty="0"/>
          </a:p>
          <a:p>
            <a:pPr lvl="1"/>
            <a:r>
              <a:rPr lang="en-NL" sz="1100" noProof="0" dirty="0">
                <a:hlinkClick r:id="rId4"/>
              </a:rPr>
              <a:t>https://databricks-industry-solutions.github.io/security-analysis-tool/docs/installation/standard/azure/</a:t>
            </a:r>
            <a:endParaRPr lang="en-NL" sz="1100" noProof="0" dirty="0"/>
          </a:p>
          <a:p>
            <a:pPr lvl="1"/>
            <a:r>
              <a:rPr lang="en-NL" sz="1100" noProof="0" dirty="0">
                <a:hlinkClick r:id="rId5"/>
              </a:rPr>
              <a:t>https://pypi.org/project/dbl-sat-sdk/</a:t>
            </a:r>
            <a:endParaRPr lang="en-NL" sz="1100" noProof="0" dirty="0"/>
          </a:p>
          <a:p>
            <a:pPr lvl="1"/>
            <a:endParaRPr lang="en-NL" sz="1100" noProof="0" dirty="0"/>
          </a:p>
          <a:p>
            <a:r>
              <a:rPr lang="en-NL" sz="1300" noProof="0" dirty="0"/>
              <a:t>Databricks GitHub</a:t>
            </a:r>
          </a:p>
          <a:p>
            <a:pPr lvl="1"/>
            <a:r>
              <a:rPr lang="en-NL" sz="1300" noProof="0" dirty="0">
                <a:hlinkClick r:id="rId6"/>
              </a:rPr>
              <a:t>https://github.com/databricks</a:t>
            </a:r>
            <a:endParaRPr lang="en-NL" sz="1300" noProof="0" dirty="0"/>
          </a:p>
          <a:p>
            <a:pPr lvl="1"/>
            <a:r>
              <a:rPr lang="en-NL" sz="1300" noProof="0" dirty="0">
                <a:hlinkClick r:id="rId7"/>
              </a:rPr>
              <a:t>https://github.com/databricks-industry-solutions/security-analysis-tool</a:t>
            </a:r>
            <a:endParaRPr lang="en-NL" sz="1300" noProof="0" dirty="0"/>
          </a:p>
          <a:p>
            <a:pPr lvl="1"/>
            <a:endParaRPr lang="en-NL" sz="1300" noProof="0" dirty="0"/>
          </a:p>
          <a:p>
            <a:r>
              <a:rPr lang="en-NL" sz="1300" noProof="0" dirty="0"/>
              <a:t>Databricks Asset Bundle</a:t>
            </a:r>
          </a:p>
          <a:p>
            <a:pPr lvl="1"/>
            <a:r>
              <a:rPr lang="en-NL" sz="1300" noProof="0" dirty="0">
                <a:hlinkClick r:id="rId8"/>
              </a:rPr>
              <a:t>https://github.com/databricks/databricks-asset-bundles-dais2023</a:t>
            </a:r>
            <a:endParaRPr lang="en-NL" sz="1300" noProof="0" dirty="0"/>
          </a:p>
          <a:p>
            <a:pPr lvl="1"/>
            <a:r>
              <a:rPr lang="en-NL" sz="1300" noProof="0" dirty="0">
                <a:hlinkClick r:id="rId9"/>
              </a:rPr>
              <a:t>https://learn.microsoft.com/en-us/azure/databricks/dev-tools/bundles/</a:t>
            </a:r>
            <a:endParaRPr lang="en-NL" sz="1300" noProof="0" dirty="0"/>
          </a:p>
          <a:p>
            <a:pPr lvl="1"/>
            <a:r>
              <a:rPr lang="en-NL" sz="1300" noProof="0" dirty="0">
                <a:hlinkClick r:id="rId10"/>
              </a:rPr>
              <a:t>https://learn.microsoft.com/en-us/azure/databricks/dev-tools/bundles/variables</a:t>
            </a:r>
            <a:endParaRPr lang="en-NL" sz="1300" noProof="0" dirty="0"/>
          </a:p>
          <a:p>
            <a:r>
              <a:rPr lang="en-NL" sz="1300" noProof="0" dirty="0"/>
              <a:t>Azure Security Baseline</a:t>
            </a:r>
          </a:p>
          <a:p>
            <a:pPr lvl="1"/>
            <a:r>
              <a:rPr lang="en-NL" sz="1300" noProof="0" dirty="0">
                <a:hlinkClick r:id="rId11"/>
              </a:rPr>
              <a:t>https://learn.microsoft.com/en-us/security/benchmark/azure/baselines/azure-databricks-security-baseline</a:t>
            </a:r>
            <a:endParaRPr lang="en-NL" sz="1300" noProof="0" dirty="0"/>
          </a:p>
          <a:p>
            <a:pPr marL="228600" lvl="1" indent="0">
              <a:buNone/>
            </a:pPr>
            <a:endParaRPr lang="en-NL" sz="1300" noProof="0" dirty="0"/>
          </a:p>
          <a:p>
            <a:pPr lvl="1"/>
            <a:endParaRPr lang="en-NL" sz="1300" noProof="0" dirty="0"/>
          </a:p>
          <a:p>
            <a:pPr lvl="1"/>
            <a:endParaRPr lang="en-NL" sz="1300" noProof="0" dirty="0"/>
          </a:p>
        </p:txBody>
      </p:sp>
      <p:pic>
        <p:nvPicPr>
          <p:cNvPr id="3" name="Graphic 2" descr="POI">
            <a:extLst>
              <a:ext uri="{FF2B5EF4-FFF2-40B4-BE49-F238E27FC236}">
                <a16:creationId xmlns:a16="http://schemas.microsoft.com/office/drawing/2014/main" id="{1AB6FC2C-7907-5EA4-791D-984D58BB303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804120" y="293712"/>
            <a:ext cx="2936688" cy="293668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19650897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tekst 119">
            <a:extLst>
              <a:ext uri="{FF2B5EF4-FFF2-40B4-BE49-F238E27FC236}">
                <a16:creationId xmlns:a16="http://schemas.microsoft.com/office/drawing/2014/main" id="{A8F5C4E3-6105-466B-A340-80D73DB227A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en-NL" noProof="0" dirty="0"/>
          </a:p>
        </p:txBody>
      </p:sp>
      <p:sp>
        <p:nvSpPr>
          <p:cNvPr id="11" name="Titel 1">
            <a:extLst>
              <a:ext uri="{FF2B5EF4-FFF2-40B4-BE49-F238E27FC236}">
                <a16:creationId xmlns:a16="http://schemas.microsoft.com/office/drawing/2014/main" id="{74C4F9F2-82CD-E95F-BC86-9E593FD39772}"/>
              </a:ext>
            </a:extLst>
          </p:cNvPr>
          <p:cNvSpPr>
            <a:spLocks noGrp="1"/>
          </p:cNvSpPr>
          <p:nvPr>
            <p:ph type="title"/>
          </p:nvPr>
        </p:nvSpPr>
        <p:spPr>
          <a:xfrm>
            <a:off x="8400256" y="2924132"/>
            <a:ext cx="3272951" cy="825260"/>
          </a:xfrm>
        </p:spPr>
        <p:txBody>
          <a:bodyPr>
            <a:normAutofit/>
          </a:bodyPr>
          <a:lstStyle/>
          <a:p>
            <a:r>
              <a:rPr lang="en-NL" noProof="0" dirty="0"/>
              <a:t>Thank you!</a:t>
            </a:r>
          </a:p>
        </p:txBody>
      </p:sp>
      <p:pic>
        <p:nvPicPr>
          <p:cNvPr id="12" name="Picture 2">
            <a:extLst>
              <a:ext uri="{FF2B5EF4-FFF2-40B4-BE49-F238E27FC236}">
                <a16:creationId xmlns:a16="http://schemas.microsoft.com/office/drawing/2014/main" id="{5A11DD9A-AB28-8994-B1AE-1ABE8DC0D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677" y="2172688"/>
            <a:ext cx="583883" cy="58388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X icon - Free Download PNG &amp; SVG ...">
            <a:extLst>
              <a:ext uri="{FF2B5EF4-FFF2-40B4-BE49-F238E27FC236}">
                <a16:creationId xmlns:a16="http://schemas.microsoft.com/office/drawing/2014/main" id="{30202985-9463-E2A6-31FB-7B7228ACA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631" y="3067724"/>
            <a:ext cx="583883" cy="58388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Github Logo - Free social media icons">
            <a:extLst>
              <a:ext uri="{FF2B5EF4-FFF2-40B4-BE49-F238E27FC236}">
                <a16:creationId xmlns:a16="http://schemas.microsoft.com/office/drawing/2014/main" id="{56493628-F622-C663-01DA-F998666216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8677" y="3863215"/>
            <a:ext cx="583883" cy="583883"/>
          </a:xfrm>
          <a:prstGeom prst="rect">
            <a:avLst/>
          </a:prstGeom>
          <a:noFill/>
          <a:extLst>
            <a:ext uri="{909E8E84-426E-40DD-AFC4-6F175D3DCCD1}">
              <a14:hiddenFill xmlns:a14="http://schemas.microsoft.com/office/drawing/2010/main">
                <a:solidFill>
                  <a:srgbClr val="FFFFFF"/>
                </a:solidFill>
              </a14:hiddenFill>
            </a:ext>
          </a:extLst>
        </p:spPr>
      </p:pic>
      <p:sp>
        <p:nvSpPr>
          <p:cNvPr id="15" name="Tekstvak 14">
            <a:extLst>
              <a:ext uri="{FF2B5EF4-FFF2-40B4-BE49-F238E27FC236}">
                <a16:creationId xmlns:a16="http://schemas.microsoft.com/office/drawing/2014/main" id="{A9A900F7-DBD0-A809-717C-F00C1AF858C4}"/>
              </a:ext>
            </a:extLst>
          </p:cNvPr>
          <p:cNvSpPr txBox="1"/>
          <p:nvPr/>
        </p:nvSpPr>
        <p:spPr>
          <a:xfrm>
            <a:off x="920378" y="1358998"/>
            <a:ext cx="4296441" cy="707886"/>
          </a:xfrm>
          <a:prstGeom prst="rect">
            <a:avLst/>
          </a:prstGeom>
          <a:noFill/>
        </p:spPr>
        <p:txBody>
          <a:bodyPr wrap="square" rtlCol="0">
            <a:spAutoFit/>
          </a:bodyPr>
          <a:lstStyle/>
          <a:p>
            <a:r>
              <a:rPr lang="en-NL" sz="4000" noProof="0" dirty="0"/>
              <a:t>Stay in contact</a:t>
            </a:r>
          </a:p>
        </p:txBody>
      </p:sp>
      <p:sp>
        <p:nvSpPr>
          <p:cNvPr id="16" name="Tekstvak 15">
            <a:extLst>
              <a:ext uri="{FF2B5EF4-FFF2-40B4-BE49-F238E27FC236}">
                <a16:creationId xmlns:a16="http://schemas.microsoft.com/office/drawing/2014/main" id="{E7B02E26-3B98-A57D-6B1D-DF62148CDBE9}"/>
              </a:ext>
            </a:extLst>
          </p:cNvPr>
          <p:cNvSpPr txBox="1"/>
          <p:nvPr/>
        </p:nvSpPr>
        <p:spPr>
          <a:xfrm>
            <a:off x="1709709" y="2277998"/>
            <a:ext cx="5227721" cy="369332"/>
          </a:xfrm>
          <a:prstGeom prst="rect">
            <a:avLst/>
          </a:prstGeom>
          <a:noFill/>
        </p:spPr>
        <p:txBody>
          <a:bodyPr wrap="square" rtlCol="0">
            <a:spAutoFit/>
          </a:bodyPr>
          <a:lstStyle/>
          <a:p>
            <a:r>
              <a:rPr lang="en-NL" noProof="0" dirty="0"/>
              <a:t>linkedin.com/in/</a:t>
            </a:r>
            <a:r>
              <a:rPr lang="en-NL" noProof="0" dirty="0" err="1"/>
              <a:t>fabiangutierrezardts</a:t>
            </a:r>
            <a:r>
              <a:rPr lang="en-NL" noProof="0" dirty="0"/>
              <a:t>/</a:t>
            </a:r>
          </a:p>
        </p:txBody>
      </p:sp>
      <p:sp>
        <p:nvSpPr>
          <p:cNvPr id="17" name="Tekstvak 16">
            <a:extLst>
              <a:ext uri="{FF2B5EF4-FFF2-40B4-BE49-F238E27FC236}">
                <a16:creationId xmlns:a16="http://schemas.microsoft.com/office/drawing/2014/main" id="{7FE0211A-366F-BB87-350A-C7EF61675DE7}"/>
              </a:ext>
            </a:extLst>
          </p:cNvPr>
          <p:cNvSpPr txBox="1"/>
          <p:nvPr/>
        </p:nvSpPr>
        <p:spPr>
          <a:xfrm>
            <a:off x="1709709" y="3152096"/>
            <a:ext cx="5227721" cy="369332"/>
          </a:xfrm>
          <a:prstGeom prst="rect">
            <a:avLst/>
          </a:prstGeom>
          <a:noFill/>
        </p:spPr>
        <p:txBody>
          <a:bodyPr wrap="square" rtlCol="0">
            <a:spAutoFit/>
          </a:bodyPr>
          <a:lstStyle/>
          <a:p>
            <a:r>
              <a:rPr lang="en-NL" noProof="0" dirty="0"/>
              <a:t>@FreeYourDataCon</a:t>
            </a:r>
          </a:p>
        </p:txBody>
      </p:sp>
      <p:sp>
        <p:nvSpPr>
          <p:cNvPr id="18" name="Tekstvak 17">
            <a:extLst>
              <a:ext uri="{FF2B5EF4-FFF2-40B4-BE49-F238E27FC236}">
                <a16:creationId xmlns:a16="http://schemas.microsoft.com/office/drawing/2014/main" id="{F6F5C797-D40E-E1AD-A43C-D15246F3E7EE}"/>
              </a:ext>
            </a:extLst>
          </p:cNvPr>
          <p:cNvSpPr txBox="1"/>
          <p:nvPr/>
        </p:nvSpPr>
        <p:spPr>
          <a:xfrm>
            <a:off x="1763851" y="3954143"/>
            <a:ext cx="5227721" cy="369332"/>
          </a:xfrm>
          <a:prstGeom prst="rect">
            <a:avLst/>
          </a:prstGeom>
          <a:noFill/>
        </p:spPr>
        <p:txBody>
          <a:bodyPr wrap="square" rtlCol="0">
            <a:spAutoFit/>
          </a:bodyPr>
          <a:lstStyle/>
          <a:p>
            <a:r>
              <a:rPr lang="en-NL" noProof="0" dirty="0"/>
              <a:t>github.com/</a:t>
            </a:r>
            <a:r>
              <a:rPr lang="en-NL" noProof="0" dirty="0" err="1"/>
              <a:t>FreeYourData</a:t>
            </a:r>
            <a:endParaRPr lang="en-NL" noProof="0" dirty="0"/>
          </a:p>
        </p:txBody>
      </p:sp>
      <p:sp>
        <p:nvSpPr>
          <p:cNvPr id="19" name="Tekstvak 18">
            <a:extLst>
              <a:ext uri="{FF2B5EF4-FFF2-40B4-BE49-F238E27FC236}">
                <a16:creationId xmlns:a16="http://schemas.microsoft.com/office/drawing/2014/main" id="{C749B907-5FBB-65A9-9494-11FDAE67DF63}"/>
              </a:ext>
            </a:extLst>
          </p:cNvPr>
          <p:cNvSpPr txBox="1"/>
          <p:nvPr/>
        </p:nvSpPr>
        <p:spPr>
          <a:xfrm>
            <a:off x="1763851" y="4864055"/>
            <a:ext cx="3657957" cy="369332"/>
          </a:xfrm>
          <a:prstGeom prst="rect">
            <a:avLst/>
          </a:prstGeom>
          <a:noFill/>
        </p:spPr>
        <p:txBody>
          <a:bodyPr wrap="square" rtlCol="0">
            <a:spAutoFit/>
          </a:bodyPr>
          <a:lstStyle/>
          <a:p>
            <a:r>
              <a:rPr lang="en-NL" noProof="0" dirty="0"/>
              <a:t>fabian.gutierrez@freeyourdata.nl</a:t>
            </a:r>
          </a:p>
        </p:txBody>
      </p:sp>
      <p:pic>
        <p:nvPicPr>
          <p:cNvPr id="20" name="Picture 14" descr="Email - Free communications icons">
            <a:extLst>
              <a:ext uri="{FF2B5EF4-FFF2-40B4-BE49-F238E27FC236}">
                <a16:creationId xmlns:a16="http://schemas.microsoft.com/office/drawing/2014/main" id="{C2BDB52F-93C8-5539-0B77-D37453A4F4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192" y="4671764"/>
            <a:ext cx="660947" cy="660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734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17973-D428-5446-D6F3-4CEDBCA0A7D4}"/>
            </a:ext>
          </a:extLst>
        </p:cNvPr>
        <p:cNvGrpSpPr/>
        <p:nvPr/>
      </p:nvGrpSpPr>
      <p:grpSpPr>
        <a:xfrm>
          <a:off x="0" y="0"/>
          <a:ext cx="0" cy="0"/>
          <a:chOff x="0" y="0"/>
          <a:chExt cx="0" cy="0"/>
        </a:xfrm>
      </p:grpSpPr>
      <p:sp>
        <p:nvSpPr>
          <p:cNvPr id="5" name="Tijdelijke aanduiding voor tekst 119">
            <a:extLst>
              <a:ext uri="{FF2B5EF4-FFF2-40B4-BE49-F238E27FC236}">
                <a16:creationId xmlns:a16="http://schemas.microsoft.com/office/drawing/2014/main" id="{54417ECF-D8EF-FF05-A441-AB1D32BB5B2C}"/>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en-NL" noProof="0" dirty="0"/>
          </a:p>
        </p:txBody>
      </p:sp>
      <p:pic>
        <p:nvPicPr>
          <p:cNvPr id="12" name="Picture 2">
            <a:extLst>
              <a:ext uri="{FF2B5EF4-FFF2-40B4-BE49-F238E27FC236}">
                <a16:creationId xmlns:a16="http://schemas.microsoft.com/office/drawing/2014/main" id="{C91C2C7A-A78D-8063-26EC-A27859601D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677" y="2172688"/>
            <a:ext cx="583883" cy="58388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X icon - Free Download PNG &amp; SVG ...">
            <a:extLst>
              <a:ext uri="{FF2B5EF4-FFF2-40B4-BE49-F238E27FC236}">
                <a16:creationId xmlns:a16="http://schemas.microsoft.com/office/drawing/2014/main" id="{BFF035F8-ED2C-F17C-73C7-FC563EA6E6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631" y="3067724"/>
            <a:ext cx="583883" cy="58388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Github Logo - Free social media icons">
            <a:extLst>
              <a:ext uri="{FF2B5EF4-FFF2-40B4-BE49-F238E27FC236}">
                <a16:creationId xmlns:a16="http://schemas.microsoft.com/office/drawing/2014/main" id="{6260910D-1D20-488D-A86A-A8BF38BA45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8677" y="3863215"/>
            <a:ext cx="583883" cy="583883"/>
          </a:xfrm>
          <a:prstGeom prst="rect">
            <a:avLst/>
          </a:prstGeom>
          <a:noFill/>
          <a:extLst>
            <a:ext uri="{909E8E84-426E-40DD-AFC4-6F175D3DCCD1}">
              <a14:hiddenFill xmlns:a14="http://schemas.microsoft.com/office/drawing/2010/main">
                <a:solidFill>
                  <a:srgbClr val="FFFFFF"/>
                </a:solidFill>
              </a14:hiddenFill>
            </a:ext>
          </a:extLst>
        </p:spPr>
      </p:pic>
      <p:sp>
        <p:nvSpPr>
          <p:cNvPr id="15" name="Tekstvak 14">
            <a:extLst>
              <a:ext uri="{FF2B5EF4-FFF2-40B4-BE49-F238E27FC236}">
                <a16:creationId xmlns:a16="http://schemas.microsoft.com/office/drawing/2014/main" id="{168E82ED-6089-C50C-050A-42703CA2CF24}"/>
              </a:ext>
            </a:extLst>
          </p:cNvPr>
          <p:cNvSpPr txBox="1"/>
          <p:nvPr/>
        </p:nvSpPr>
        <p:spPr>
          <a:xfrm>
            <a:off x="920378" y="1358998"/>
            <a:ext cx="4296441" cy="707886"/>
          </a:xfrm>
          <a:prstGeom prst="rect">
            <a:avLst/>
          </a:prstGeom>
          <a:noFill/>
        </p:spPr>
        <p:txBody>
          <a:bodyPr wrap="square" rtlCol="0">
            <a:spAutoFit/>
          </a:bodyPr>
          <a:lstStyle/>
          <a:p>
            <a:r>
              <a:rPr lang="en-NL" sz="4000" noProof="0" dirty="0"/>
              <a:t>Stay in contact</a:t>
            </a:r>
          </a:p>
        </p:txBody>
      </p:sp>
      <p:sp>
        <p:nvSpPr>
          <p:cNvPr id="16" name="Tekstvak 15">
            <a:extLst>
              <a:ext uri="{FF2B5EF4-FFF2-40B4-BE49-F238E27FC236}">
                <a16:creationId xmlns:a16="http://schemas.microsoft.com/office/drawing/2014/main" id="{078042D7-0F1E-53B2-D4A5-F13C07036890}"/>
              </a:ext>
            </a:extLst>
          </p:cNvPr>
          <p:cNvSpPr txBox="1"/>
          <p:nvPr/>
        </p:nvSpPr>
        <p:spPr>
          <a:xfrm>
            <a:off x="1709709" y="2277998"/>
            <a:ext cx="5227721" cy="369332"/>
          </a:xfrm>
          <a:prstGeom prst="rect">
            <a:avLst/>
          </a:prstGeom>
          <a:noFill/>
        </p:spPr>
        <p:txBody>
          <a:bodyPr wrap="square" rtlCol="0">
            <a:spAutoFit/>
          </a:bodyPr>
          <a:lstStyle/>
          <a:p>
            <a:r>
              <a:rPr lang="en-NL" noProof="0" dirty="0"/>
              <a:t>linkedin.com/in/</a:t>
            </a:r>
            <a:r>
              <a:rPr lang="en-NL" noProof="0" dirty="0" err="1"/>
              <a:t>fabiangutierrezardts</a:t>
            </a:r>
            <a:r>
              <a:rPr lang="en-NL" noProof="0" dirty="0"/>
              <a:t>/</a:t>
            </a:r>
          </a:p>
        </p:txBody>
      </p:sp>
      <p:sp>
        <p:nvSpPr>
          <p:cNvPr id="17" name="Tekstvak 16">
            <a:extLst>
              <a:ext uri="{FF2B5EF4-FFF2-40B4-BE49-F238E27FC236}">
                <a16:creationId xmlns:a16="http://schemas.microsoft.com/office/drawing/2014/main" id="{413779AE-D027-AE46-ABFA-7830F99B461F}"/>
              </a:ext>
            </a:extLst>
          </p:cNvPr>
          <p:cNvSpPr txBox="1"/>
          <p:nvPr/>
        </p:nvSpPr>
        <p:spPr>
          <a:xfrm>
            <a:off x="1709709" y="3152096"/>
            <a:ext cx="5227721" cy="369332"/>
          </a:xfrm>
          <a:prstGeom prst="rect">
            <a:avLst/>
          </a:prstGeom>
          <a:noFill/>
        </p:spPr>
        <p:txBody>
          <a:bodyPr wrap="square" rtlCol="0">
            <a:spAutoFit/>
          </a:bodyPr>
          <a:lstStyle/>
          <a:p>
            <a:r>
              <a:rPr lang="en-NL" noProof="0" dirty="0"/>
              <a:t>@FreeYourDataCon</a:t>
            </a:r>
          </a:p>
        </p:txBody>
      </p:sp>
      <p:sp>
        <p:nvSpPr>
          <p:cNvPr id="18" name="Tekstvak 17">
            <a:extLst>
              <a:ext uri="{FF2B5EF4-FFF2-40B4-BE49-F238E27FC236}">
                <a16:creationId xmlns:a16="http://schemas.microsoft.com/office/drawing/2014/main" id="{3384609C-2535-BCBB-1BFB-CA047BA273AB}"/>
              </a:ext>
            </a:extLst>
          </p:cNvPr>
          <p:cNvSpPr txBox="1"/>
          <p:nvPr/>
        </p:nvSpPr>
        <p:spPr>
          <a:xfrm>
            <a:off x="1763851" y="3954143"/>
            <a:ext cx="5227721" cy="369332"/>
          </a:xfrm>
          <a:prstGeom prst="rect">
            <a:avLst/>
          </a:prstGeom>
          <a:noFill/>
        </p:spPr>
        <p:txBody>
          <a:bodyPr wrap="square" rtlCol="0">
            <a:spAutoFit/>
          </a:bodyPr>
          <a:lstStyle/>
          <a:p>
            <a:r>
              <a:rPr lang="en-NL" noProof="0" dirty="0"/>
              <a:t>github.com/</a:t>
            </a:r>
            <a:r>
              <a:rPr lang="en-NL" noProof="0" dirty="0" err="1"/>
              <a:t>FreeYourData</a:t>
            </a:r>
            <a:endParaRPr lang="en-NL" noProof="0" dirty="0"/>
          </a:p>
        </p:txBody>
      </p:sp>
      <p:sp>
        <p:nvSpPr>
          <p:cNvPr id="19" name="Tekstvak 18">
            <a:extLst>
              <a:ext uri="{FF2B5EF4-FFF2-40B4-BE49-F238E27FC236}">
                <a16:creationId xmlns:a16="http://schemas.microsoft.com/office/drawing/2014/main" id="{54AFC28E-D1E3-EAAA-493E-AE7DE7634FA9}"/>
              </a:ext>
            </a:extLst>
          </p:cNvPr>
          <p:cNvSpPr txBox="1"/>
          <p:nvPr/>
        </p:nvSpPr>
        <p:spPr>
          <a:xfrm>
            <a:off x="1763851" y="4864055"/>
            <a:ext cx="3657957" cy="369332"/>
          </a:xfrm>
          <a:prstGeom prst="rect">
            <a:avLst/>
          </a:prstGeom>
          <a:noFill/>
        </p:spPr>
        <p:txBody>
          <a:bodyPr wrap="square" rtlCol="0">
            <a:spAutoFit/>
          </a:bodyPr>
          <a:lstStyle/>
          <a:p>
            <a:r>
              <a:rPr lang="en-NL" noProof="0" dirty="0"/>
              <a:t>fabian.gutierrez@freeyourdata.nl</a:t>
            </a:r>
          </a:p>
        </p:txBody>
      </p:sp>
      <p:pic>
        <p:nvPicPr>
          <p:cNvPr id="20" name="Picture 14" descr="Email - Free communications icons">
            <a:extLst>
              <a:ext uri="{FF2B5EF4-FFF2-40B4-BE49-F238E27FC236}">
                <a16:creationId xmlns:a16="http://schemas.microsoft.com/office/drawing/2014/main" id="{95F8B700-6690-E729-C69D-A74192DAE0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192" y="4671764"/>
            <a:ext cx="660947" cy="660947"/>
          </a:xfrm>
          <a:prstGeom prst="rect">
            <a:avLst/>
          </a:prstGeom>
          <a:noFill/>
          <a:extLst>
            <a:ext uri="{909E8E84-426E-40DD-AFC4-6F175D3DCCD1}">
              <a14:hiddenFill xmlns:a14="http://schemas.microsoft.com/office/drawing/2010/main">
                <a:solidFill>
                  <a:srgbClr val="FFFFFF"/>
                </a:solidFill>
              </a14:hiddenFill>
            </a:ext>
          </a:extLst>
        </p:spPr>
      </p:pic>
      <p:sp>
        <p:nvSpPr>
          <p:cNvPr id="6" name="Titel 1">
            <a:extLst>
              <a:ext uri="{FF2B5EF4-FFF2-40B4-BE49-F238E27FC236}">
                <a16:creationId xmlns:a16="http://schemas.microsoft.com/office/drawing/2014/main" id="{6F912E3D-EC02-99EA-4576-FDA3391B6DEC}"/>
              </a:ext>
            </a:extLst>
          </p:cNvPr>
          <p:cNvSpPr>
            <a:spLocks noGrp="1"/>
          </p:cNvSpPr>
          <p:nvPr>
            <p:ph type="title"/>
          </p:nvPr>
        </p:nvSpPr>
        <p:spPr>
          <a:xfrm>
            <a:off x="6168008" y="1421156"/>
            <a:ext cx="5616624" cy="1482701"/>
          </a:xfrm>
        </p:spPr>
        <p:txBody>
          <a:bodyPr>
            <a:normAutofit/>
          </a:bodyPr>
          <a:lstStyle/>
          <a:p>
            <a:r>
              <a:rPr lang="en-NL" noProof="0" dirty="0"/>
              <a:t>Please give your feedback </a:t>
            </a:r>
            <a:br>
              <a:rPr lang="en-NL" noProof="0" dirty="0"/>
            </a:br>
            <a:r>
              <a:rPr lang="en-NL" noProof="0" dirty="0"/>
              <a:t>via &lt;&gt;</a:t>
            </a:r>
          </a:p>
        </p:txBody>
      </p:sp>
      <p:pic>
        <p:nvPicPr>
          <p:cNvPr id="7" name="Afbeelding 6" descr="Afbeelding met patroon, Graphics, pixel, ontwerp&#10;&#10;Door AI gegenereerde inhoud is mogelijk onjuist.">
            <a:extLst>
              <a:ext uri="{FF2B5EF4-FFF2-40B4-BE49-F238E27FC236}">
                <a16:creationId xmlns:a16="http://schemas.microsoft.com/office/drawing/2014/main" id="{A00CB1A3-ABC2-A7F1-57F8-E16703E29E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40175" y="3041315"/>
            <a:ext cx="2838855" cy="2838855"/>
          </a:xfrm>
          <a:prstGeom prst="rect">
            <a:avLst/>
          </a:prstGeom>
        </p:spPr>
      </p:pic>
    </p:spTree>
    <p:extLst>
      <p:ext uri="{BB962C8B-B14F-4D97-AF65-F5344CB8AC3E}">
        <p14:creationId xmlns:p14="http://schemas.microsoft.com/office/powerpoint/2010/main" val="1462013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eKlassiekeBlo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42569952_TF89082059" id="{D172EB84-8505-4E71-82EC-965096637183}" vid="{D168E703-4CBE-4CD0-8F0C-B2E819BDC5E1}"/>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06BD98-E608-40A1-98A8-93D5976215CA}">
  <ds:schemaRefs>
    <ds:schemaRef ds:uri="http://schemas.microsoft.com/sharepoint/v3/contenttype/forms"/>
  </ds:schemaRefs>
</ds:datastoreItem>
</file>

<file path=customXml/itemProps2.xml><?xml version="1.0" encoding="utf-8"?>
<ds:datastoreItem xmlns:ds="http://schemas.openxmlformats.org/officeDocument/2006/customXml" ds:itemID="{6A86D9CC-0D9D-4BFE-B3F3-26F480BF8C8A}">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Moderne klassieke blokpresentatie</Template>
  <TotalTime>10985</TotalTime>
  <Words>1537</Words>
  <Application>Microsoft Office PowerPoint</Application>
  <PresentationFormat>Breedbeeld</PresentationFormat>
  <Paragraphs>172</Paragraphs>
  <Slides>39</Slides>
  <Notes>9</Notes>
  <HiddenSlides>0</HiddenSlides>
  <MMClips>0</MMClips>
  <ScaleCrop>false</ScaleCrop>
  <HeadingPairs>
    <vt:vector size="6" baseType="variant">
      <vt:variant>
        <vt:lpstr>Gebruikte lettertypen</vt:lpstr>
      </vt:variant>
      <vt:variant>
        <vt:i4>6</vt:i4>
      </vt:variant>
      <vt:variant>
        <vt:lpstr>Thema</vt:lpstr>
      </vt:variant>
      <vt:variant>
        <vt:i4>1</vt:i4>
      </vt:variant>
      <vt:variant>
        <vt:lpstr>Diatitels</vt:lpstr>
      </vt:variant>
      <vt:variant>
        <vt:i4>39</vt:i4>
      </vt:variant>
    </vt:vector>
  </HeadingPairs>
  <TitlesOfParts>
    <vt:vector size="46" baseType="lpstr">
      <vt:lpstr>Arial</vt:lpstr>
      <vt:lpstr>Segoe UI</vt:lpstr>
      <vt:lpstr>Tw Cen MT</vt:lpstr>
      <vt:lpstr>Tw Cen MT Condensed</vt:lpstr>
      <vt:lpstr>Wingdings</vt:lpstr>
      <vt:lpstr>Wingdings 3</vt:lpstr>
      <vt:lpstr>ModerneKlassiekeBlok-3</vt:lpstr>
      <vt:lpstr>How secure is your Azure Databricks?  Let’s find out</vt:lpstr>
      <vt:lpstr>PowerPoint-presentatie</vt:lpstr>
      <vt:lpstr>Why talk about databricks SECURITY? </vt:lpstr>
      <vt:lpstr>TOPICS</vt:lpstr>
      <vt:lpstr>SAT background</vt:lpstr>
      <vt:lpstr>What is SaT?</vt:lpstr>
      <vt:lpstr>Common Scenarios are:  - your company requires constant security monitoring.  - have INDUSTRY SECURITY best practices applied.  - evaluate FROM account or INDIVIDUAL workspaces level.  - provide key role security figures with tangible evidence.</vt:lpstr>
      <vt:lpstr>SAT is not formally supported</vt:lpstr>
      <vt:lpstr>What is being monitored?</vt:lpstr>
      <vt:lpstr>AND…extra SELF ASSESMENT CHECKs</vt:lpstr>
      <vt:lpstr>Comparing with defense in depth</vt:lpstr>
      <vt:lpstr>What is not monitored by SAT?....Costs</vt:lpstr>
      <vt:lpstr>LET’S INSTALL SAT</vt:lpstr>
      <vt:lpstr>REQUIREMENTS</vt:lpstr>
      <vt:lpstr>EXTRA REQUIREMENTS</vt:lpstr>
      <vt:lpstr>BEFORE installing SAT</vt:lpstr>
      <vt:lpstr>Before installing sat</vt:lpstr>
      <vt:lpstr>DURING installation</vt:lpstr>
      <vt:lpstr>During installation</vt:lpstr>
      <vt:lpstr>AFTER installing sat</vt:lpstr>
      <vt:lpstr>AFTER installing sat</vt:lpstr>
      <vt:lpstr>DEMO TIME</vt:lpstr>
      <vt:lpstr>Evaluate and stay up to date</vt:lpstr>
      <vt:lpstr>ASSEST Security ANALYSIS</vt:lpstr>
      <vt:lpstr>Applying security measurements</vt:lpstr>
      <vt:lpstr>Additional details</vt:lpstr>
      <vt:lpstr>Compare evaluations by dates</vt:lpstr>
      <vt:lpstr>EXPORTS</vt:lpstr>
      <vt:lpstr>ALERTS</vt:lpstr>
      <vt:lpstr>New release 0.4.0 available as of 12-aug</vt:lpstr>
      <vt:lpstr>DEMO TIME</vt:lpstr>
      <vt:lpstr>Extra Security MeasuREments</vt:lpstr>
      <vt:lpstr>Azure Security Baseline for Azure Databricks</vt:lpstr>
      <vt:lpstr>Azure Security Baseline for Azure Databricks</vt:lpstr>
      <vt:lpstr>WRAP UP</vt:lpstr>
      <vt:lpstr>Take aways are..</vt:lpstr>
      <vt:lpstr>ReferEnces</vt:lpstr>
      <vt:lpstr>Thank you!</vt:lpstr>
      <vt:lpstr>Please give your feedback  via &lt;&gt;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Fabian Gutierrez</dc:creator>
  <cp:lastModifiedBy>Fabian Gutierrez</cp:lastModifiedBy>
  <cp:revision>1</cp:revision>
  <dcterms:created xsi:type="dcterms:W3CDTF">2025-07-30T21:45:07Z</dcterms:created>
  <dcterms:modified xsi:type="dcterms:W3CDTF">2025-08-23T18:42:43Z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