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97" r:id="rId3"/>
    <p:sldId id="295" r:id="rId4"/>
    <p:sldId id="268" r:id="rId5"/>
    <p:sldId id="258" r:id="rId6"/>
    <p:sldId id="267" r:id="rId7"/>
    <p:sldId id="301" r:id="rId8"/>
    <p:sldId id="309" r:id="rId9"/>
    <p:sldId id="304" r:id="rId10"/>
    <p:sldId id="308" r:id="rId11"/>
    <p:sldId id="322" r:id="rId12"/>
    <p:sldId id="303" r:id="rId13"/>
    <p:sldId id="291" r:id="rId14"/>
    <p:sldId id="310" r:id="rId15"/>
    <p:sldId id="311" r:id="rId16"/>
    <p:sldId id="315" r:id="rId17"/>
    <p:sldId id="312" r:id="rId18"/>
    <p:sldId id="314" r:id="rId19"/>
    <p:sldId id="313" r:id="rId20"/>
    <p:sldId id="261" r:id="rId21"/>
    <p:sldId id="327" r:id="rId22"/>
    <p:sldId id="328" r:id="rId23"/>
    <p:sldId id="263" r:id="rId24"/>
    <p:sldId id="317" r:id="rId25"/>
    <p:sldId id="321" r:id="rId26"/>
    <p:sldId id="316" r:id="rId27"/>
    <p:sldId id="319" r:id="rId28"/>
    <p:sldId id="318" r:id="rId29"/>
    <p:sldId id="320" r:id="rId30"/>
    <p:sldId id="330" r:id="rId31"/>
    <p:sldId id="323" r:id="rId32"/>
    <p:sldId id="325" r:id="rId33"/>
    <p:sldId id="294" r:id="rId34"/>
    <p:sldId id="262" r:id="rId35"/>
    <p:sldId id="329" r:id="rId36"/>
    <p:sldId id="287" r:id="rId3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0F9ED5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2A1CD-474D-43CF-880D-7607D5E7ADD4}" v="3751" dt="2025-06-20T08:25:25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2" autoAdjust="0"/>
    <p:restoredTop sz="94660"/>
  </p:normalViewPr>
  <p:slideViewPr>
    <p:cSldViewPr snapToGrid="0">
      <p:cViewPr varScale="1">
        <p:scale>
          <a:sx n="98" d="100"/>
          <a:sy n="98" d="100"/>
        </p:scale>
        <p:origin x="6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Gutierrez" userId="cd3f08d5-9c8b-42a4-8255-4a0693b9fb32" providerId="ADAL" clId="{7C50BE9B-89B1-48CB-8685-FFE3249CE807}"/>
    <pc:docChg chg="undo custSel addSld modSld sldOrd">
      <pc:chgData name="Fabian Gutierrez" userId="cd3f08d5-9c8b-42a4-8255-4a0693b9fb32" providerId="ADAL" clId="{7C50BE9B-89B1-48CB-8685-FFE3249CE807}" dt="2025-04-03T15:31:46.611" v="291" actId="26606"/>
      <pc:docMkLst>
        <pc:docMk/>
      </pc:docMkLst>
      <pc:sldChg chg="modSp new mod">
        <pc:chgData name="Fabian Gutierrez" userId="cd3f08d5-9c8b-42a4-8255-4a0693b9fb32" providerId="ADAL" clId="{7C50BE9B-89B1-48CB-8685-FFE3249CE807}" dt="2025-03-25T08:54:25.705" v="46" actId="20577"/>
        <pc:sldMkLst>
          <pc:docMk/>
          <pc:sldMk cId="2291122874" sldId="256"/>
        </pc:sldMkLst>
        <pc:spChg chg="mod">
          <ac:chgData name="Fabian Gutierrez" userId="cd3f08d5-9c8b-42a4-8255-4a0693b9fb32" providerId="ADAL" clId="{7C50BE9B-89B1-48CB-8685-FFE3249CE807}" dt="2025-03-25T08:54:25.705" v="46" actId="20577"/>
          <ac:spMkLst>
            <pc:docMk/>
            <pc:sldMk cId="2291122874" sldId="256"/>
            <ac:spMk id="2" creationId="{4DA7D707-8FE4-86E1-B9D2-073122F8619B}"/>
          </ac:spMkLst>
        </pc:spChg>
      </pc:sldChg>
      <pc:sldChg chg="modSp new mod">
        <pc:chgData name="Fabian Gutierrez" userId="cd3f08d5-9c8b-42a4-8255-4a0693b9fb32" providerId="ADAL" clId="{7C50BE9B-89B1-48CB-8685-FFE3249CE807}" dt="2025-03-25T08:54:31.673" v="48" actId="20577"/>
        <pc:sldMkLst>
          <pc:docMk/>
          <pc:sldMk cId="570659749" sldId="257"/>
        </pc:sldMkLst>
      </pc:sldChg>
      <pc:sldChg chg="modSp new mod">
        <pc:chgData name="Fabian Gutierrez" userId="cd3f08d5-9c8b-42a4-8255-4a0693b9fb32" providerId="ADAL" clId="{7C50BE9B-89B1-48CB-8685-FFE3249CE807}" dt="2025-03-25T08:54:38.522" v="63" actId="20577"/>
        <pc:sldMkLst>
          <pc:docMk/>
          <pc:sldMk cId="2824585278" sldId="258"/>
        </pc:sldMkLst>
        <pc:spChg chg="mod">
          <ac:chgData name="Fabian Gutierrez" userId="cd3f08d5-9c8b-42a4-8255-4a0693b9fb32" providerId="ADAL" clId="{7C50BE9B-89B1-48CB-8685-FFE3249CE807}" dt="2025-03-25T08:54:38.522" v="63" actId="20577"/>
          <ac:spMkLst>
            <pc:docMk/>
            <pc:sldMk cId="2824585278" sldId="258"/>
            <ac:spMk id="2" creationId="{B3E70D7E-BBE3-CE1C-0B87-629764090786}"/>
          </ac:spMkLst>
        </pc:spChg>
      </pc:sldChg>
      <pc:sldChg chg="modSp new mod">
        <pc:chgData name="Fabian Gutierrez" userId="cd3f08d5-9c8b-42a4-8255-4a0693b9fb32" providerId="ADAL" clId="{7C50BE9B-89B1-48CB-8685-FFE3249CE807}" dt="2025-03-25T08:54:46.713" v="78" actId="20577"/>
        <pc:sldMkLst>
          <pc:docMk/>
          <pc:sldMk cId="2237773199" sldId="259"/>
        </pc:sldMkLst>
      </pc:sldChg>
      <pc:sldChg chg="addSp delSp modSp new mod setBg">
        <pc:chgData name="Fabian Gutierrez" userId="cd3f08d5-9c8b-42a4-8255-4a0693b9fb32" providerId="ADAL" clId="{7C50BE9B-89B1-48CB-8685-FFE3249CE807}" dt="2025-04-03T15:31:46.611" v="291" actId="26606"/>
        <pc:sldMkLst>
          <pc:docMk/>
          <pc:sldMk cId="4224797587" sldId="260"/>
        </pc:sldMkLst>
      </pc:sldChg>
      <pc:sldChg chg="modSp new mod">
        <pc:chgData name="Fabian Gutierrez" userId="cd3f08d5-9c8b-42a4-8255-4a0693b9fb32" providerId="ADAL" clId="{7C50BE9B-89B1-48CB-8685-FFE3249CE807}" dt="2025-04-03T06:53:32.519" v="254" actId="20577"/>
        <pc:sldMkLst>
          <pc:docMk/>
          <pc:sldMk cId="3066390366" sldId="261"/>
        </pc:sldMkLst>
        <pc:spChg chg="mod">
          <ac:chgData name="Fabian Gutierrez" userId="cd3f08d5-9c8b-42a4-8255-4a0693b9fb32" providerId="ADAL" clId="{7C50BE9B-89B1-48CB-8685-FFE3249CE807}" dt="2025-04-03T06:53:32.519" v="254" actId="20577"/>
          <ac:spMkLst>
            <pc:docMk/>
            <pc:sldMk cId="3066390366" sldId="261"/>
            <ac:spMk id="3" creationId="{FC13DF9F-C844-7199-D0FE-8578AA2DD292}"/>
          </ac:spMkLst>
        </pc:spChg>
      </pc:sldChg>
      <pc:sldChg chg="modSp new mod ord">
        <pc:chgData name="Fabian Gutierrez" userId="cd3f08d5-9c8b-42a4-8255-4a0693b9fb32" providerId="ADAL" clId="{7C50BE9B-89B1-48CB-8685-FFE3249CE807}" dt="2025-03-25T12:13:22.742" v="178"/>
        <pc:sldMkLst>
          <pc:docMk/>
          <pc:sldMk cId="2290119622" sldId="262"/>
        </pc:sldMkLst>
        <pc:spChg chg="mod">
          <ac:chgData name="Fabian Gutierrez" userId="cd3f08d5-9c8b-42a4-8255-4a0693b9fb32" providerId="ADAL" clId="{7C50BE9B-89B1-48CB-8685-FFE3249CE807}" dt="2025-03-25T10:39:39.966" v="140" actId="20577"/>
          <ac:spMkLst>
            <pc:docMk/>
            <pc:sldMk cId="2290119622" sldId="262"/>
            <ac:spMk id="2" creationId="{591827D6-456E-4528-D2A3-0FB1117990AC}"/>
          </ac:spMkLst>
        </pc:spChg>
        <pc:spChg chg="mod">
          <ac:chgData name="Fabian Gutierrez" userId="cd3f08d5-9c8b-42a4-8255-4a0693b9fb32" providerId="ADAL" clId="{7C50BE9B-89B1-48CB-8685-FFE3249CE807}" dt="2025-03-25T10:43:19.639" v="176"/>
          <ac:spMkLst>
            <pc:docMk/>
            <pc:sldMk cId="2290119622" sldId="262"/>
            <ac:spMk id="3" creationId="{4A5419DC-4451-B274-6864-F594FD0964CC}"/>
          </ac:spMkLst>
        </pc:spChg>
      </pc:sldChg>
      <pc:sldChg chg="addSp delSp modSp new mod setBg">
        <pc:chgData name="Fabian Gutierrez" userId="cd3f08d5-9c8b-42a4-8255-4a0693b9fb32" providerId="ADAL" clId="{7C50BE9B-89B1-48CB-8685-FFE3249CE807}" dt="2025-04-03T06:54:18.380" v="290" actId="26606"/>
        <pc:sldMkLst>
          <pc:docMk/>
          <pc:sldMk cId="118685477" sldId="263"/>
        </pc:sldMkLst>
        <pc:spChg chg="mod">
          <ac:chgData name="Fabian Gutierrez" userId="cd3f08d5-9c8b-42a4-8255-4a0693b9fb32" providerId="ADAL" clId="{7C50BE9B-89B1-48CB-8685-FFE3249CE807}" dt="2025-04-03T06:54:18.380" v="290" actId="26606"/>
          <ac:spMkLst>
            <pc:docMk/>
            <pc:sldMk cId="118685477" sldId="263"/>
            <ac:spMk id="2" creationId="{58653BC1-C5D6-6BB3-49FC-3D9FF11C35E9}"/>
          </ac:spMkLst>
        </pc:spChg>
        <pc:picChg chg="add mod">
          <ac:chgData name="Fabian Gutierrez" userId="cd3f08d5-9c8b-42a4-8255-4a0693b9fb32" providerId="ADAL" clId="{7C50BE9B-89B1-48CB-8685-FFE3249CE807}" dt="2025-04-03T06:54:18.380" v="290" actId="26606"/>
          <ac:picMkLst>
            <pc:docMk/>
            <pc:sldMk cId="118685477" sldId="263"/>
            <ac:picMk id="1026" creationId="{05837A00-7D6E-6D22-FD57-AEFB752ADF22}"/>
          </ac:picMkLst>
        </pc:picChg>
      </pc:sldChg>
    </pc:docChg>
  </pc:docChgLst>
  <pc:docChgLst>
    <pc:chgData name="Fabian Gutierrez" userId="cd3f08d5-9c8b-42a4-8255-4a0693b9fb32" providerId="ADAL" clId="{A082A1CD-474D-43CF-880D-7607D5E7ADD4}"/>
    <pc:docChg chg="undo redo custSel addSld delSld modSld sldOrd">
      <pc:chgData name="Fabian Gutierrez" userId="cd3f08d5-9c8b-42a4-8255-4a0693b9fb32" providerId="ADAL" clId="{A082A1CD-474D-43CF-880D-7607D5E7ADD4}" dt="2025-06-20T08:25:41.368" v="20892" actId="1076"/>
      <pc:docMkLst>
        <pc:docMk/>
      </pc:docMkLst>
      <pc:sldChg chg="addSp delSp modSp mod modMedia setBg addAnim delAnim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291122874" sldId="256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1122874" sldId="256"/>
            <ac:spMk id="2" creationId="{4DA7D707-8FE4-86E1-B9D2-073122F8619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1122874" sldId="256"/>
            <ac:spMk id="3" creationId="{CCED6B16-4051-516E-58B5-08B1326B7B6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1122874" sldId="256"/>
            <ac:spMk id="128" creationId="{ECC07320-C2CA-4E29-8481-9D9E143C7788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1122874" sldId="256"/>
            <ac:spMk id="130" creationId="{178FB36B-5BFE-42CA-BC60-1115E0D95EEC}"/>
          </ac:spMkLst>
        </pc:spChg>
        <pc:picChg chg="add mod ord">
          <ac:chgData name="Fabian Gutierrez" userId="cd3f08d5-9c8b-42a4-8255-4a0693b9fb32" providerId="ADAL" clId="{A082A1CD-474D-43CF-880D-7607D5E7ADD4}" dt="2025-05-28T23:11:50.381" v="1464" actId="26606"/>
          <ac:picMkLst>
            <pc:docMk/>
            <pc:sldMk cId="2291122874" sldId="256"/>
            <ac:picMk id="44" creationId="{BB8323CE-5916-F30C-F2BC-3C0EB6C339A1}"/>
          </ac:picMkLst>
        </pc:picChg>
      </pc:sldChg>
      <pc:sldChg chg="addSp delSp modSp del mod setBg">
        <pc:chgData name="Fabian Gutierrez" userId="cd3f08d5-9c8b-42a4-8255-4a0693b9fb32" providerId="ADAL" clId="{A082A1CD-474D-43CF-880D-7607D5E7ADD4}" dt="2025-06-09T07:46:18.694" v="19209" actId="2696"/>
        <pc:sldMkLst>
          <pc:docMk/>
          <pc:sldMk cId="570659749" sldId="257"/>
        </pc:sldMkLst>
      </pc:sldChg>
      <pc:sldChg chg="addSp modSp mod setBg modAnim">
        <pc:chgData name="Fabian Gutierrez" userId="cd3f08d5-9c8b-42a4-8255-4a0693b9fb32" providerId="ADAL" clId="{A082A1CD-474D-43CF-880D-7607D5E7ADD4}" dt="2025-06-10T20:42:18.823" v="20614" actId="313"/>
        <pc:sldMkLst>
          <pc:docMk/>
          <pc:sldMk cId="2824585278" sldId="258"/>
        </pc:sldMkLst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824585278" sldId="258"/>
            <ac:spMk id="2" creationId="{B3E70D7E-BBE3-CE1C-0B87-62976409078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3" creationId="{0BC49FD0-2F52-A687-4874-CBA49748A5C8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4" creationId="{928B5FD5-F95F-AA4B-0097-68E36F83373F}"/>
          </ac:spMkLst>
        </pc:spChg>
        <pc:spChg chg="add mod">
          <ac:chgData name="Fabian Gutierrez" userId="cd3f08d5-9c8b-42a4-8255-4a0693b9fb32" providerId="ADAL" clId="{A082A1CD-474D-43CF-880D-7607D5E7ADD4}" dt="2025-06-10T20:42:18.823" v="20614" actId="313"/>
          <ac:spMkLst>
            <pc:docMk/>
            <pc:sldMk cId="2824585278" sldId="258"/>
            <ac:spMk id="5" creationId="{F05FEB5C-C920-3C11-89BE-FC6885BAC2D9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2824585278" sldId="258"/>
            <ac:spMk id="6" creationId="{D0320988-7ECE-41F6-57B5-405E0B7B152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7" creationId="{FE7D95B3-9F09-F0CF-5F40-BC44AB1EA628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10" creationId="{D038248A-211C-4EEC-8401-C761B929FB52}"/>
          </ac:spMkLst>
        </pc:spChg>
        <pc:spChg chg="add 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2824585278" sldId="258"/>
            <ac:spMk id="12" creationId="{C30A849F-66D9-40C8-BEC8-35AFF8F4568F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2824585278" sldId="258"/>
            <ac:spMk id="15" creationId="{74AEB45E-B965-46A0-8557-C646B5011B9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824585278" sldId="258"/>
            <ac:spMk id="16" creationId="{921A22C7-11AD-44B0-9BF7-6E3A458215D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17" creationId="{87049D82-B7F3-4192-8337-4BDB16955E9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18" creationId="{24A7FAD9-577C-4D2E-A3B5-C6D0A39D47F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21" creationId="{7BE7B8C5-3FC9-47E9-B555-AFCB849A41EC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824585278" sldId="258"/>
            <ac:spMk id="22" creationId="{615B6EFE-6DC2-4A72-AC12-BCCC3638A65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23" creationId="{AE8C1B65-6799-4DD1-B262-01901DA1266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824585278" sldId="258"/>
            <ac:spMk id="24" creationId="{03829674-8FAF-4E90-9FB7-C6CE17839B56}"/>
          </ac:spMkLst>
        </pc:spChg>
        <pc:grpChg chg="add">
          <ac:chgData name="Fabian Gutierrez" userId="cd3f08d5-9c8b-42a4-8255-4a0693b9fb32" providerId="ADAL" clId="{A082A1CD-474D-43CF-880D-7607D5E7ADD4}" dt="2025-05-28T23:15:10.842" v="1494" actId="26606"/>
          <ac:grpSpMkLst>
            <pc:docMk/>
            <pc:sldMk cId="2824585278" sldId="258"/>
            <ac:grpSpMk id="14" creationId="{04542298-A2B1-480F-A11C-A40EDD19B857}"/>
          </ac:grpSpMkLst>
        </pc:grpChg>
        <pc:grpChg chg="add">
          <ac:chgData name="Fabian Gutierrez" userId="cd3f08d5-9c8b-42a4-8255-4a0693b9fb32" providerId="ADAL" clId="{A082A1CD-474D-43CF-880D-7607D5E7ADD4}" dt="2025-05-28T23:15:10.842" v="1494" actId="26606"/>
          <ac:grpSpMkLst>
            <pc:docMk/>
            <pc:sldMk cId="2824585278" sldId="258"/>
            <ac:grpSpMk id="20" creationId="{2A5C9C35-2375-49EB-B99C-17C87D42FE7C}"/>
          </ac:grpSpMkLst>
        </pc:grpChg>
      </pc:sldChg>
      <pc:sldChg chg="addSp modSp del mod setBg">
        <pc:chgData name="Fabian Gutierrez" userId="cd3f08d5-9c8b-42a4-8255-4a0693b9fb32" providerId="ADAL" clId="{A082A1CD-474D-43CF-880D-7607D5E7ADD4}" dt="2025-06-01T15:46:16.655" v="3023" actId="47"/>
        <pc:sldMkLst>
          <pc:docMk/>
          <pc:sldMk cId="2237773199" sldId="259"/>
        </pc:sldMkLst>
      </pc:sldChg>
      <pc:sldChg chg="addSp delSp modSp del mod addAnim">
        <pc:chgData name="Fabian Gutierrez" userId="cd3f08d5-9c8b-42a4-8255-4a0693b9fb32" providerId="ADAL" clId="{A082A1CD-474D-43CF-880D-7607D5E7ADD4}" dt="2025-06-06T08:39:31.530" v="9489" actId="47"/>
        <pc:sldMkLst>
          <pc:docMk/>
          <pc:sldMk cId="4224797587" sldId="260"/>
        </pc:sldMkLst>
      </pc:sldChg>
      <pc:sldChg chg="addSp delSp modSp mod setBg modAnim">
        <pc:chgData name="Fabian Gutierrez" userId="cd3f08d5-9c8b-42a4-8255-4a0693b9fb32" providerId="ADAL" clId="{A082A1CD-474D-43CF-880D-7607D5E7ADD4}" dt="2025-06-10T20:51:16.400" v="20623" actId="20577"/>
        <pc:sldMkLst>
          <pc:docMk/>
          <pc:sldMk cId="3066390366" sldId="261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3" creationId="{FC13DF9F-C844-7199-D0FE-8578AA2DD292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66390366" sldId="261"/>
            <ac:spMk id="4" creationId="{E5D243EB-6F47-7D00-6A01-AEE063ACD36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6" creationId="{2613D087-5419-CB09-A3E4-9C3AFF53CC7E}"/>
          </ac:spMkLst>
        </pc:spChg>
        <pc:spChg chg="add 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066390366" sldId="261"/>
            <ac:spMk id="7" creationId="{FE24CE1B-FECC-8E56-E0CA-6A83B89A755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11" creationId="{43C823D3-D619-407C-89E0-C6F6B1E7A42A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13" creationId="{047F8E3E-2FFA-4A0F-B3C7-E57ADDCFB41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66390366" sldId="261"/>
            <ac:spMk id="16" creationId="{63FE0426-0FE4-451E-A8BB-08DA6A6AC20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17" creationId="{4A32F7E8-35B4-451F-AA07-AECF7CA1D532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66390366" sldId="261"/>
            <ac:spMk id="18" creationId="{E1097796-C3C8-4772-9EBD-9F5CA368F5A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22" creationId="{2428E75E-001A-4568-B035-574F1303EF5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23" creationId="{64AC8CFC-1164-4525-82A0-25F75ADCF4C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24" creationId="{6F35C856-5B70-4CA2-BB8F-A37197D8F94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66390366" sldId="261"/>
            <ac:spMk id="25" creationId="{550FD8B0-DE97-47B1-84ED-67A3BD00FE2F}"/>
          </ac:spMkLst>
        </pc:spChg>
        <pc:spChg chg="add mod">
          <ac:chgData name="Fabian Gutierrez" userId="cd3f08d5-9c8b-42a4-8255-4a0693b9fb32" providerId="ADAL" clId="{A082A1CD-474D-43CF-880D-7607D5E7ADD4}" dt="2025-06-10T20:51:16.400" v="20623" actId="20577"/>
          <ac:spMkLst>
            <pc:docMk/>
            <pc:sldMk cId="3066390366" sldId="261"/>
            <ac:spMk id="26" creationId="{7349BF76-089B-A6D9-3BB3-49A2E5BAAD09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66390366" sldId="261"/>
            <ac:spMk id="27" creationId="{63D2981E-0823-067B-1BC6-5D442CC9987E}"/>
          </ac:spMkLst>
        </pc:spChg>
        <pc:grpChg chg="add">
          <ac:chgData name="Fabian Gutierrez" userId="cd3f08d5-9c8b-42a4-8255-4a0693b9fb32" providerId="ADAL" clId="{A082A1CD-474D-43CF-880D-7607D5E7ADD4}" dt="2025-06-01T16:54:20.723" v="3518" actId="26606"/>
          <ac:grpSpMkLst>
            <pc:docMk/>
            <pc:sldMk cId="3066390366" sldId="261"/>
            <ac:grpSpMk id="15" creationId="{33D939F1-7ABE-4D0E-946A-43F37F556AFD}"/>
          </ac:grpSpMkLst>
        </pc:grpChg>
        <pc:grpChg chg="add">
          <ac:chgData name="Fabian Gutierrez" userId="cd3f08d5-9c8b-42a4-8255-4a0693b9fb32" providerId="ADAL" clId="{A082A1CD-474D-43CF-880D-7607D5E7ADD4}" dt="2025-06-01T16:54:20.723" v="3518" actId="26606"/>
          <ac:grpSpMkLst>
            <pc:docMk/>
            <pc:sldMk cId="3066390366" sldId="261"/>
            <ac:grpSpMk id="21" creationId="{9DB3963A-4187-4A72-9DA4-CA6BADE22931}"/>
          </ac:grpSpMkLst>
        </pc:grpChg>
        <pc:picChg chg="add mod">
          <ac:chgData name="Fabian Gutierrez" userId="cd3f08d5-9c8b-42a4-8255-4a0693b9fb32" providerId="ADAL" clId="{A082A1CD-474D-43CF-880D-7607D5E7ADD4}" dt="2025-06-03T23:53:50.048" v="7512" actId="27636"/>
          <ac:picMkLst>
            <pc:docMk/>
            <pc:sldMk cId="3066390366" sldId="261"/>
            <ac:picMk id="5" creationId="{EAB93485-C703-0B45-458B-55D4BF5FF30D}"/>
          </ac:picMkLst>
        </pc:picChg>
        <pc:picChg chg="add mod">
          <ac:chgData name="Fabian Gutierrez" userId="cd3f08d5-9c8b-42a4-8255-4a0693b9fb32" providerId="ADAL" clId="{A082A1CD-474D-43CF-880D-7607D5E7ADD4}" dt="2025-06-06T12:23:34.871" v="12254" actId="1076"/>
          <ac:picMkLst>
            <pc:docMk/>
            <pc:sldMk cId="3066390366" sldId="261"/>
            <ac:picMk id="9" creationId="{16E86330-0BB8-0E0D-998B-4D64A4479D67}"/>
          </ac:picMkLst>
        </pc:picChg>
        <pc:picChg chg="add mod">
          <ac:chgData name="Fabian Gutierrez" userId="cd3f08d5-9c8b-42a4-8255-4a0693b9fb32" providerId="ADAL" clId="{A082A1CD-474D-43CF-880D-7607D5E7ADD4}" dt="2025-06-06T12:50:18.387" v="12845" actId="1076"/>
          <ac:picMkLst>
            <pc:docMk/>
            <pc:sldMk cId="3066390366" sldId="261"/>
            <ac:picMk id="28" creationId="{5652317D-2D5B-3008-8490-C7413610E168}"/>
          </ac:picMkLst>
        </pc:picChg>
        <pc:picChg chg="add mod">
          <ac:chgData name="Fabian Gutierrez" userId="cd3f08d5-9c8b-42a4-8255-4a0693b9fb32" providerId="ADAL" clId="{A082A1CD-474D-43CF-880D-7607D5E7ADD4}" dt="2025-06-08T22:28:39.529" v="17050"/>
          <ac:picMkLst>
            <pc:docMk/>
            <pc:sldMk cId="3066390366" sldId="261"/>
            <ac:picMk id="29" creationId="{795B9EBC-F28A-64CF-8E7C-8A379EA4C905}"/>
          </ac:picMkLst>
        </pc:picChg>
        <pc:picChg chg="add mod">
          <ac:chgData name="Fabian Gutierrez" userId="cd3f08d5-9c8b-42a4-8255-4a0693b9fb32" providerId="ADAL" clId="{A082A1CD-474D-43CF-880D-7607D5E7ADD4}" dt="2025-06-09T09:25:17.966" v="19628" actId="1038"/>
          <ac:picMkLst>
            <pc:docMk/>
            <pc:sldMk cId="3066390366" sldId="261"/>
            <ac:picMk id="4098" creationId="{DCE98079-EBC5-0494-1761-C6C86D4E1AFE}"/>
          </ac:picMkLst>
        </pc:picChg>
      </pc:sldChg>
      <pc:sldChg chg="addSp delSp modSp mod ord setBg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290119622" sldId="262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2" creationId="{591827D6-456E-4528-D2A3-0FB1117990A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3" creationId="{4A5419DC-4451-B274-6864-F594FD0964C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6" creationId="{78D7C48A-C565-314F-2FC4-9A650A900EE6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23" creationId="{245A9F99-D9B1-4094-A2E2-B90AC1DB7B9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25" creationId="{B7FAF607-473A-4A43-A23D-BBFF5C4117B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28" creationId="{C972EB4B-0539-4430-9340-8117B9D7C32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29" creationId="{ACA5348F-9FF6-485F-898D-1BED7EC7270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90119622" sldId="262"/>
            <ac:spMk id="30" creationId="{33B89F41-1D91-447A-88C5-8A917809FEE0}"/>
          </ac:spMkLst>
        </pc:spChg>
      </pc:sldChg>
      <pc:sldChg chg="addSp delSp modSp mod modAnim delDesignElem modShow chgLayout">
        <pc:chgData name="Fabian Gutierrez" userId="cd3f08d5-9c8b-42a4-8255-4a0693b9fb32" providerId="ADAL" clId="{A082A1CD-474D-43CF-880D-7607D5E7ADD4}" dt="2025-06-10T20:28:47.419" v="20436" actId="790"/>
        <pc:sldMkLst>
          <pc:docMk/>
          <pc:sldMk cId="118685477" sldId="263"/>
        </pc:sldMkLst>
        <pc:spChg chg="mod or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2" creationId="{58653BC1-C5D6-6BB3-49FC-3D9FF11C35E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3" creationId="{A2A03BEF-E0A3-9889-38B4-4A507E3DA417}"/>
          </ac:spMkLst>
        </pc:spChg>
        <pc:spChg chg="mod or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5" creationId="{D80BAADB-4F69-B273-966E-8864C497655A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6" creationId="{F09201C0-3079-530E-B865-182B74361C3D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18685477" sldId="263"/>
            <ac:spMk id="9" creationId="{AAA5C316-D3E0-3D88-C66D-917E7A875965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11" creationId="{09AEA6F0-140A-C4C8-764F-D0FCC49D04C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1028" creationId="{18AC8E79-ECD6-4F34-BE5A-9F5E850E850A}"/>
          </ac:spMkLst>
        </pc:spChg>
        <pc:spChg chg="mod">
          <ac:chgData name="Fabian Gutierrez" userId="cd3f08d5-9c8b-42a4-8255-4a0693b9fb32" providerId="ADAL" clId="{A082A1CD-474D-43CF-880D-7607D5E7ADD4}" dt="2025-06-08T22:37:09.920" v="17146" actId="790"/>
          <ac:spMkLst>
            <pc:docMk/>
            <pc:sldMk cId="118685477" sldId="263"/>
            <ac:spMk id="1029" creationId="{CB4869D1-3E13-4881-A292-2F38ECC07BD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1030" creationId="{3FEDB7CE-BB3D-4A0D-A73F-3117044F329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1032" creationId="{A6E0C6E1-7FBF-471E-849C-A54AF1D41FF8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1033" creationId="{7D2BE1BB-2AB2-4D7E-9E27-8D245181B51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8685477" sldId="263"/>
            <ac:spMk id="1034" creationId="{B2BFAA38-D910-41AD-BBED-0608E4AE713A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18685477" sldId="263"/>
            <ac:spMk id="1036" creationId="{D0AAA4B8-4E08-4663-9835-BA403F00612C}"/>
          </ac:spMkLst>
        </pc:spChg>
        <pc:grpChg chg="add">
          <ac:chgData name="Fabian Gutierrez" userId="cd3f08d5-9c8b-42a4-8255-4a0693b9fb32" providerId="ADAL" clId="{A082A1CD-474D-43CF-880D-7607D5E7ADD4}" dt="2025-06-01T16:53:57.706" v="3517" actId="26606"/>
          <ac:grpSpMkLst>
            <pc:docMk/>
            <pc:sldMk cId="118685477" sldId="263"/>
            <ac:grpSpMk id="1035" creationId="{22A1615C-2156-4B15-BF3E-39794B37905E}"/>
          </ac:grpSpMkLst>
        </pc:grpChg>
        <pc:picChg chg="add mod">
          <ac:chgData name="Fabian Gutierrez" userId="cd3f08d5-9c8b-42a4-8255-4a0693b9fb32" providerId="ADAL" clId="{A082A1CD-474D-43CF-880D-7607D5E7ADD4}" dt="2025-06-03T23:54:31.040" v="7517"/>
          <ac:picMkLst>
            <pc:docMk/>
            <pc:sldMk cId="118685477" sldId="263"/>
            <ac:picMk id="7" creationId="{F75CB0BB-2972-5364-923E-697F0418B3C8}"/>
          </ac:picMkLst>
        </pc:picChg>
        <pc:picChg chg="add mod">
          <ac:chgData name="Fabian Gutierrez" userId="cd3f08d5-9c8b-42a4-8255-4a0693b9fb32" providerId="ADAL" clId="{A082A1CD-474D-43CF-880D-7607D5E7ADD4}" dt="2025-06-08T22:29:28.878" v="17054"/>
          <ac:picMkLst>
            <pc:docMk/>
            <pc:sldMk cId="118685477" sldId="263"/>
            <ac:picMk id="8" creationId="{E9C1E46E-52B4-103A-0F56-8847FD2AABFF}"/>
          </ac:picMkLst>
        </pc:picChg>
        <pc:picChg chg="mod">
          <ac:chgData name="Fabian Gutierrez" userId="cd3f08d5-9c8b-42a4-8255-4a0693b9fb32" providerId="ADAL" clId="{A082A1CD-474D-43CF-880D-7607D5E7ADD4}" dt="2025-06-09T07:33:26.370" v="18871" actId="1035"/>
          <ac:picMkLst>
            <pc:docMk/>
            <pc:sldMk cId="118685477" sldId="263"/>
            <ac:picMk id="1026" creationId="{05837A00-7D6E-6D22-FD57-AEFB752ADF22}"/>
          </ac:picMkLst>
        </pc:picChg>
        <pc:picChg chg="add mod">
          <ac:chgData name="Fabian Gutierrez" userId="cd3f08d5-9c8b-42a4-8255-4a0693b9fb32" providerId="ADAL" clId="{A082A1CD-474D-43CF-880D-7607D5E7ADD4}" dt="2025-06-09T07:35:28.245" v="18906" actId="1038"/>
          <ac:picMkLst>
            <pc:docMk/>
            <pc:sldMk cId="118685477" sldId="263"/>
            <ac:picMk id="11268" creationId="{7701CA43-3FA7-9822-634C-7C120CDFB77C}"/>
          </ac:picMkLst>
        </pc:picChg>
      </pc:sldChg>
      <pc:sldChg chg="addSp delSp modSp new del mod">
        <pc:chgData name="Fabian Gutierrez" userId="cd3f08d5-9c8b-42a4-8255-4a0693b9fb32" providerId="ADAL" clId="{A082A1CD-474D-43CF-880D-7607D5E7ADD4}" dt="2025-06-04T00:00:45.823" v="7623" actId="47"/>
        <pc:sldMkLst>
          <pc:docMk/>
          <pc:sldMk cId="2121904536" sldId="264"/>
        </pc:sldMkLst>
      </pc:sldChg>
      <pc:sldChg chg="delSp modSp new del mod modShow">
        <pc:chgData name="Fabian Gutierrez" userId="cd3f08d5-9c8b-42a4-8255-4a0693b9fb32" providerId="ADAL" clId="{A082A1CD-474D-43CF-880D-7607D5E7ADD4}" dt="2025-06-08T23:23:57.765" v="17866" actId="2696"/>
        <pc:sldMkLst>
          <pc:docMk/>
          <pc:sldMk cId="2489486276" sldId="265"/>
        </pc:sldMkLst>
      </pc:sldChg>
      <pc:sldChg chg="delSp modSp new del mod modShow">
        <pc:chgData name="Fabian Gutierrez" userId="cd3f08d5-9c8b-42a4-8255-4a0693b9fb32" providerId="ADAL" clId="{A082A1CD-474D-43CF-880D-7607D5E7ADD4}" dt="2025-06-08T23:24:00.864" v="17867" actId="2696"/>
        <pc:sldMkLst>
          <pc:docMk/>
          <pc:sldMk cId="4032355172" sldId="266"/>
        </pc:sldMkLst>
      </pc:sldChg>
      <pc:sldChg chg="addSp delSp modSp new mod ord setBg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314155446" sldId="267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2" creationId="{D39A5BC6-C6C0-9C67-3344-725886980E4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5" creationId="{5DC5493F-7E7C-E3E6-4174-0E8A44624F62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314155446" sldId="267"/>
            <ac:spMk id="1039" creationId="{E228F5BA-5150-4554-B7EA-93F371F3B17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0" creationId="{23D09407-53BC-485E-B4CE-BC5E4FC4B25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2" creationId="{CCE13265-B5D2-47B4-A199-E05F390D5B9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3" creationId="{693EBD03-D832-462C-9304-7273698ED4F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4" creationId="{0D53D3E2-805E-40D2-964F-352BF6D476B6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314155446" sldId="267"/>
            <ac:spMk id="1045" creationId="{B7A9A916-A926-43E6-800F-432ABC3F2444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6" creationId="{921DB988-49FC-4608-B0A2-E2F3A401904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8" creationId="{C35B12C1-569C-4E37-AA33-7EF215F201B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49" creationId="{F23E2660-7810-46F6-8752-187127C830C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314155446" sldId="267"/>
            <ac:spMk id="1050" creationId="{C991DC45-0378-45B3-B325-FB8F98545E6A}"/>
          </ac:spMkLst>
        </pc:spChg>
        <pc:grpChg chg="add">
          <ac:chgData name="Fabian Gutierrez" userId="cd3f08d5-9c8b-42a4-8255-4a0693b9fb32" providerId="ADAL" clId="{A082A1CD-474D-43CF-880D-7607D5E7ADD4}" dt="2025-05-28T22:35:31.060" v="1040" actId="26606"/>
          <ac:grpSpMkLst>
            <pc:docMk/>
            <pc:sldMk cId="2314155446" sldId="267"/>
            <ac:grpSpMk id="1041" creationId="{383C2651-AE0C-4AE4-8725-E2F9414FE219}"/>
          </ac:grpSpMkLst>
        </pc:grpChg>
        <pc:grpChg chg="add">
          <ac:chgData name="Fabian Gutierrez" userId="cd3f08d5-9c8b-42a4-8255-4a0693b9fb32" providerId="ADAL" clId="{A082A1CD-474D-43CF-880D-7607D5E7ADD4}" dt="2025-05-28T22:35:31.060" v="1040" actId="26606"/>
          <ac:grpSpMkLst>
            <pc:docMk/>
            <pc:sldMk cId="2314155446" sldId="267"/>
            <ac:grpSpMk id="1047" creationId="{E9B930FD-8671-4C4C-ADCF-73AC1D0CD417}"/>
          </ac:grpSpMkLst>
        </pc:grpChg>
        <pc:picChg chg="add mod">
          <ac:chgData name="Fabian Gutierrez" userId="cd3f08d5-9c8b-42a4-8255-4a0693b9fb32" providerId="ADAL" clId="{A082A1CD-474D-43CF-880D-7607D5E7ADD4}" dt="2025-06-01T16:50:42.736" v="3513" actId="1076"/>
          <ac:picMkLst>
            <pc:docMk/>
            <pc:sldMk cId="2314155446" sldId="267"/>
            <ac:picMk id="1026" creationId="{CB54E597-CD88-44EA-6CBA-2F44D7D88F34}"/>
          </ac:picMkLst>
        </pc:picChg>
      </pc:sldChg>
      <pc:sldChg chg="addSp delSp modSp new mod setBg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204937975" sldId="268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2" creationId="{CFE936E3-B5D6-3B1B-C998-7B7FA99A435B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04937975" sldId="268"/>
            <ac:spMk id="3" creationId="{E785072B-B79E-B0F6-9FBE-35310365B31D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20" creationId="{09A3CFC7-3BBE-9F76-C6E8-1B6FF2789E9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25" creationId="{D1942232-83D0-49E2-AF9B-1F97E3C1EF8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27" creationId="{E9E70D72-6E23-4015-A4A6-85C120C1916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30" creationId="{0183CE8C-E039-4B2F-A36E-5FD5CD5DE19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31" creationId="{3EB77281-FAB4-40D0-B3F3-264EC4AB202F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04937975" sldId="268"/>
            <ac:spMk id="32" creationId="{815E59F3-75FC-494F-8737-5F00A4964FE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33" creationId="{43ADDCFA-B066-4D79-AB71-062E66E58FE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36" creationId="{1FDD3CCB-26A3-4D79-AEB6-7A60CF980DC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37" creationId="{E9AC4470-5113-4709-B29F-CDB937F2545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04937975" sldId="268"/>
            <ac:spMk id="38" creationId="{3E0D146C-9DAB-421E-AE88-5F854BF3F7E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04937975" sldId="268"/>
            <ac:spMk id="39" creationId="{12EB32A5-4408-4F6C-84B2-F9A908237A6D}"/>
          </ac:spMkLst>
        </pc:spChg>
        <pc:grpChg chg="add">
          <ac:chgData name="Fabian Gutierrez" userId="cd3f08d5-9c8b-42a4-8255-4a0693b9fb32" providerId="ADAL" clId="{A082A1CD-474D-43CF-880D-7607D5E7ADD4}" dt="2025-05-28T22:12:16.289" v="805" actId="26606"/>
          <ac:grpSpMkLst>
            <pc:docMk/>
            <pc:sldMk cId="2204937975" sldId="268"/>
            <ac:grpSpMk id="29" creationId="{C28A977F-B603-4D81-B0FC-C8DE048A7931}"/>
          </ac:grpSpMkLst>
        </pc:grpChg>
        <pc:grpChg chg="add">
          <ac:chgData name="Fabian Gutierrez" userId="cd3f08d5-9c8b-42a4-8255-4a0693b9fb32" providerId="ADAL" clId="{A082A1CD-474D-43CF-880D-7607D5E7ADD4}" dt="2025-05-28T22:12:16.289" v="805" actId="26606"/>
          <ac:grpSpMkLst>
            <pc:docMk/>
            <pc:sldMk cId="2204937975" sldId="268"/>
            <ac:grpSpMk id="35" creationId="{C78D9229-E61D-4FEE-8321-2F8B64A8CADF}"/>
          </ac:grpSpMkLst>
        </pc:grpChg>
        <pc:picChg chg="add mod ord">
          <ac:chgData name="Fabian Gutierrez" userId="cd3f08d5-9c8b-42a4-8255-4a0693b9fb32" providerId="ADAL" clId="{A082A1CD-474D-43CF-880D-7607D5E7ADD4}" dt="2025-06-01T16:21:09.683" v="3395" actId="1076"/>
          <ac:picMkLst>
            <pc:docMk/>
            <pc:sldMk cId="2204937975" sldId="268"/>
            <ac:picMk id="5" creationId="{6A0419B1-4382-7B74-EB1F-833C5E6917DF}"/>
          </ac:picMkLst>
        </pc:picChg>
        <pc:picChg chg="add mod">
          <ac:chgData name="Fabian Gutierrez" userId="cd3f08d5-9c8b-42a4-8255-4a0693b9fb32" providerId="ADAL" clId="{A082A1CD-474D-43CF-880D-7607D5E7ADD4}" dt="2025-06-01T16:21:19.308" v="3398" actId="14100"/>
          <ac:picMkLst>
            <pc:docMk/>
            <pc:sldMk cId="2204937975" sldId="268"/>
            <ac:picMk id="8" creationId="{4EFE23C9-9236-9562-7DE7-8115345E0F1A}"/>
          </ac:picMkLst>
        </pc:picChg>
      </pc:sldChg>
      <pc:sldChg chg="addSp delSp modSp new del mod ord setBg delAnim modAnim">
        <pc:chgData name="Fabian Gutierrez" userId="cd3f08d5-9c8b-42a4-8255-4a0693b9fb32" providerId="ADAL" clId="{A082A1CD-474D-43CF-880D-7607D5E7ADD4}" dt="2025-06-09T07:44:18.542" v="19196" actId="2696"/>
        <pc:sldMkLst>
          <pc:docMk/>
          <pc:sldMk cId="523838363" sldId="269"/>
        </pc:sldMkLst>
      </pc:sldChg>
      <pc:sldChg chg="addSp delSp modSp new del mod setBg">
        <pc:chgData name="Fabian Gutierrez" userId="cd3f08d5-9c8b-42a4-8255-4a0693b9fb32" providerId="ADAL" clId="{A082A1CD-474D-43CF-880D-7607D5E7ADD4}" dt="2025-06-09T08:37:58.150" v="19296" actId="47"/>
        <pc:sldMkLst>
          <pc:docMk/>
          <pc:sldMk cId="1415715360" sldId="270"/>
        </pc:sldMkLst>
      </pc:sldChg>
      <pc:sldChg chg="addSp modSp new del mod setBg">
        <pc:chgData name="Fabian Gutierrez" userId="cd3f08d5-9c8b-42a4-8255-4a0693b9fb32" providerId="ADAL" clId="{A082A1CD-474D-43CF-880D-7607D5E7ADD4}" dt="2025-06-06T14:31:45.500" v="13700" actId="47"/>
        <pc:sldMkLst>
          <pc:docMk/>
          <pc:sldMk cId="215565828" sldId="271"/>
        </pc:sldMkLst>
      </pc:sldChg>
      <pc:sldChg chg="addSp delSp modSp new del mod ord setBg modClrScheme delDesignElem chgLayout">
        <pc:chgData name="Fabian Gutierrez" userId="cd3f08d5-9c8b-42a4-8255-4a0693b9fb32" providerId="ADAL" clId="{A082A1CD-474D-43CF-880D-7607D5E7ADD4}" dt="2025-06-01T17:26:49.254" v="3709" actId="47"/>
        <pc:sldMkLst>
          <pc:docMk/>
          <pc:sldMk cId="1587505493" sldId="272"/>
        </pc:sldMkLst>
      </pc:sldChg>
      <pc:sldChg chg="new del">
        <pc:chgData name="Fabian Gutierrez" userId="cd3f08d5-9c8b-42a4-8255-4a0693b9fb32" providerId="ADAL" clId="{A082A1CD-474D-43CF-880D-7607D5E7ADD4}" dt="2025-05-24T20:25:02.511" v="421" actId="47"/>
        <pc:sldMkLst>
          <pc:docMk/>
          <pc:sldMk cId="2047420823" sldId="273"/>
        </pc:sldMkLst>
      </pc:sldChg>
      <pc:sldChg chg="addSp delSp modSp add del mod addAnim">
        <pc:chgData name="Fabian Gutierrez" userId="cd3f08d5-9c8b-42a4-8255-4a0693b9fb32" providerId="ADAL" clId="{A082A1CD-474D-43CF-880D-7607D5E7ADD4}" dt="2025-05-31T15:31:58.652" v="2761" actId="47"/>
        <pc:sldMkLst>
          <pc:docMk/>
          <pc:sldMk cId="1715380218" sldId="274"/>
        </pc:sldMkLst>
      </pc:sldChg>
      <pc:sldChg chg="delSp add del mod">
        <pc:chgData name="Fabian Gutierrez" userId="cd3f08d5-9c8b-42a4-8255-4a0693b9fb32" providerId="ADAL" clId="{A082A1CD-474D-43CF-880D-7607D5E7ADD4}" dt="2025-05-28T22:24:55.718" v="1026" actId="47"/>
        <pc:sldMkLst>
          <pc:docMk/>
          <pc:sldMk cId="563614281" sldId="275"/>
        </pc:sldMkLst>
      </pc:sldChg>
      <pc:sldChg chg="addSp delSp modSp new del mod ord setBg">
        <pc:chgData name="Fabian Gutierrez" userId="cd3f08d5-9c8b-42a4-8255-4a0693b9fb32" providerId="ADAL" clId="{A082A1CD-474D-43CF-880D-7607D5E7ADD4}" dt="2025-05-28T22:15:58.160" v="849" actId="47"/>
        <pc:sldMkLst>
          <pc:docMk/>
          <pc:sldMk cId="4089152779" sldId="276"/>
        </pc:sldMkLst>
      </pc:sldChg>
      <pc:sldChg chg="addSp delSp modSp add del mod addAnim">
        <pc:chgData name="Fabian Gutierrez" userId="cd3f08d5-9c8b-42a4-8255-4a0693b9fb32" providerId="ADAL" clId="{A082A1CD-474D-43CF-880D-7607D5E7ADD4}" dt="2025-05-31T15:31:58.652" v="2761" actId="47"/>
        <pc:sldMkLst>
          <pc:docMk/>
          <pc:sldMk cId="854869495" sldId="277"/>
        </pc:sldMkLst>
      </pc:sldChg>
      <pc:sldChg chg="add del">
        <pc:chgData name="Fabian Gutierrez" userId="cd3f08d5-9c8b-42a4-8255-4a0693b9fb32" providerId="ADAL" clId="{A082A1CD-474D-43CF-880D-7607D5E7ADD4}" dt="2025-05-28T22:23:53.412" v="946" actId="47"/>
        <pc:sldMkLst>
          <pc:docMk/>
          <pc:sldMk cId="1120369545" sldId="278"/>
        </pc:sldMkLst>
      </pc:sldChg>
      <pc:sldChg chg="addSp delSp modSp add del mod">
        <pc:chgData name="Fabian Gutierrez" userId="cd3f08d5-9c8b-42a4-8255-4a0693b9fb32" providerId="ADAL" clId="{A082A1CD-474D-43CF-880D-7607D5E7ADD4}" dt="2025-05-28T22:09:22.836" v="797" actId="47"/>
        <pc:sldMkLst>
          <pc:docMk/>
          <pc:sldMk cId="231111255" sldId="279"/>
        </pc:sldMkLst>
      </pc:sldChg>
      <pc:sldChg chg="addSp delSp modSp add del mod">
        <pc:chgData name="Fabian Gutierrez" userId="cd3f08d5-9c8b-42a4-8255-4a0693b9fb32" providerId="ADAL" clId="{A082A1CD-474D-43CF-880D-7607D5E7ADD4}" dt="2025-06-03T23:11:49.660" v="6503" actId="47"/>
        <pc:sldMkLst>
          <pc:docMk/>
          <pc:sldMk cId="1947133579" sldId="280"/>
        </pc:sldMkLst>
      </pc:sldChg>
      <pc:sldChg chg="add del">
        <pc:chgData name="Fabian Gutierrez" userId="cd3f08d5-9c8b-42a4-8255-4a0693b9fb32" providerId="ADAL" clId="{A082A1CD-474D-43CF-880D-7607D5E7ADD4}" dt="2025-05-28T22:24:57.056" v="1027" actId="47"/>
        <pc:sldMkLst>
          <pc:docMk/>
          <pc:sldMk cId="4135143284" sldId="281"/>
        </pc:sldMkLst>
      </pc:sldChg>
      <pc:sldChg chg="new del">
        <pc:chgData name="Fabian Gutierrez" userId="cd3f08d5-9c8b-42a4-8255-4a0693b9fb32" providerId="ADAL" clId="{A082A1CD-474D-43CF-880D-7607D5E7ADD4}" dt="2025-05-28T22:11:23.780" v="800" actId="47"/>
        <pc:sldMkLst>
          <pc:docMk/>
          <pc:sldMk cId="3545657452" sldId="282"/>
        </pc:sldMkLst>
      </pc:sldChg>
      <pc:sldChg chg="addSp delSp modSp add del mod">
        <pc:chgData name="Fabian Gutierrez" userId="cd3f08d5-9c8b-42a4-8255-4a0693b9fb32" providerId="ADAL" clId="{A082A1CD-474D-43CF-880D-7607D5E7ADD4}" dt="2025-05-31T15:31:58.652" v="2761" actId="47"/>
        <pc:sldMkLst>
          <pc:docMk/>
          <pc:sldMk cId="3783145433" sldId="283"/>
        </pc:sldMkLst>
      </pc:sldChg>
      <pc:sldChg chg="add del ord">
        <pc:chgData name="Fabian Gutierrez" userId="cd3f08d5-9c8b-42a4-8255-4a0693b9fb32" providerId="ADAL" clId="{A082A1CD-474D-43CF-880D-7607D5E7ADD4}" dt="2025-05-28T22:11:20.058" v="799" actId="47"/>
        <pc:sldMkLst>
          <pc:docMk/>
          <pc:sldMk cId="870891425" sldId="284"/>
        </pc:sldMkLst>
      </pc:sldChg>
      <pc:sldChg chg="add del">
        <pc:chgData name="Fabian Gutierrez" userId="cd3f08d5-9c8b-42a4-8255-4a0693b9fb32" providerId="ADAL" clId="{A082A1CD-474D-43CF-880D-7607D5E7ADD4}" dt="2025-05-28T22:17:25.026" v="861" actId="47"/>
        <pc:sldMkLst>
          <pc:docMk/>
          <pc:sldMk cId="1798341480" sldId="285"/>
        </pc:sldMkLst>
      </pc:sldChg>
      <pc:sldChg chg="addSp delSp modSp add del mod addAnim delAnim">
        <pc:chgData name="Fabian Gutierrez" userId="cd3f08d5-9c8b-42a4-8255-4a0693b9fb32" providerId="ADAL" clId="{A082A1CD-474D-43CF-880D-7607D5E7ADD4}" dt="2025-05-28T22:23:48.969" v="944" actId="47"/>
        <pc:sldMkLst>
          <pc:docMk/>
          <pc:sldMk cId="3371017777" sldId="286"/>
        </pc:sldMkLst>
      </pc:sldChg>
      <pc:sldChg chg="addSp delSp modSp new mod ord setBg">
        <pc:chgData name="Fabian Gutierrez" userId="cd3f08d5-9c8b-42a4-8255-4a0693b9fb32" providerId="ADAL" clId="{A082A1CD-474D-43CF-880D-7607D5E7ADD4}" dt="2025-06-20T08:25:41.368" v="20892" actId="1076"/>
        <pc:sldMkLst>
          <pc:docMk/>
          <pc:sldMk cId="3346565884" sldId="287"/>
        </pc:sldMkLst>
        <pc:spChg chg="add del mod">
          <ac:chgData name="Fabian Gutierrez" userId="cd3f08d5-9c8b-42a4-8255-4a0693b9fb32" providerId="ADAL" clId="{A082A1CD-474D-43CF-880D-7607D5E7ADD4}" dt="2025-06-20T08:24:21.382" v="20856" actId="478"/>
          <ac:spMkLst>
            <pc:docMk/>
            <pc:sldMk cId="3346565884" sldId="287"/>
            <ac:spMk id="2" creationId="{93BF128B-FAF8-06D5-F03C-A12260AC7393}"/>
          </ac:spMkLst>
        </pc:spChg>
        <pc:spChg chg="add mod">
          <ac:chgData name="Fabian Gutierrez" userId="cd3f08d5-9c8b-42a4-8255-4a0693b9fb32" providerId="ADAL" clId="{A082A1CD-474D-43CF-880D-7607D5E7ADD4}" dt="2025-06-20T08:25:36.458" v="20891" actId="1076"/>
          <ac:spMkLst>
            <pc:docMk/>
            <pc:sldMk cId="3346565884" sldId="287"/>
            <ac:spMk id="6" creationId="{7DF0CD4F-11C2-9D7A-042B-B657708B90F5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7" creationId="{1F30D20E-352F-87F6-6F2C-9BCA22F09264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346565884" sldId="287"/>
            <ac:spMk id="8" creationId="{5D80A4F3-7FEC-0D31-74FE-E36F309A4FD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9" creationId="{E92FEAE3-2C52-4FCC-2A68-8DD63A614ADF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11" creationId="{B2FD7FB9-7E4E-727D-4392-9D392DB011B6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13" creationId="{8512B5BF-4466-BA80-F5BC-2E85144D9612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346565884" sldId="287"/>
            <ac:spMk id="19" creationId="{E69FD9CB-3B71-CFE1-EE19-081E3508804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34" creationId="{3F407F11-7321-4BF6-8536-CCE8E342454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35" creationId="{06AC5DCC-C3CC-4FD5-AD4E-13A1BE5F7F6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36" creationId="{4BBCC2F4-EFA7-4AF4-B538-AC4022D90F4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37" creationId="{2A9D1364-B6A3-44CB-9FBA-C528F0CE909D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58" creationId="{18873D23-2DCF-4B31-A009-95721C06E8E1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46565884" sldId="287"/>
            <ac:spMk id="59" creationId="{C13EF075-D4EF-4929-ADBC-91B27DA19955}"/>
          </ac:spMkLst>
        </pc:spChg>
        <pc:grpChg chg="add">
          <ac:chgData name="Fabian Gutierrez" userId="cd3f08d5-9c8b-42a4-8255-4a0693b9fb32" providerId="ADAL" clId="{A082A1CD-474D-43CF-880D-7607D5E7ADD4}" dt="2025-05-28T22:14:58.149" v="822" actId="26606"/>
          <ac:grpSpMkLst>
            <pc:docMk/>
            <pc:sldMk cId="3346565884" sldId="287"/>
            <ac:grpSpMk id="60" creationId="{DAA26DFA-AAB2-4973-9C17-16D587C7B198}"/>
          </ac:grpSpMkLst>
        </pc:grpChg>
        <pc:picChg chg="add mod">
          <ac:chgData name="Fabian Gutierrez" userId="cd3f08d5-9c8b-42a4-8255-4a0693b9fb32" providerId="ADAL" clId="{A082A1CD-474D-43CF-880D-7607D5E7ADD4}" dt="2025-06-20T08:25:41.368" v="20892" actId="1076"/>
          <ac:picMkLst>
            <pc:docMk/>
            <pc:sldMk cId="3346565884" sldId="287"/>
            <ac:picMk id="4" creationId="{A16A687B-05D0-70D4-35BA-40CC480C0F44}"/>
          </ac:picMkLst>
        </pc:picChg>
        <pc:picChg chg="add mod">
          <ac:chgData name="Fabian Gutierrez" userId="cd3f08d5-9c8b-42a4-8255-4a0693b9fb32" providerId="ADAL" clId="{A082A1CD-474D-43CF-880D-7607D5E7ADD4}" dt="2025-05-28T22:15:19.433" v="825"/>
          <ac:picMkLst>
            <pc:docMk/>
            <pc:sldMk cId="3346565884" sldId="287"/>
            <ac:picMk id="1026" creationId="{769A338F-0165-B009-5D13-FFF5E82E3274}"/>
          </ac:picMkLst>
        </pc:picChg>
        <pc:picChg chg="add mod">
          <ac:chgData name="Fabian Gutierrez" userId="cd3f08d5-9c8b-42a4-8255-4a0693b9fb32" providerId="ADAL" clId="{A082A1CD-474D-43CF-880D-7607D5E7ADD4}" dt="2025-05-28T22:15:19.433" v="825"/>
          <ac:picMkLst>
            <pc:docMk/>
            <pc:sldMk cId="3346565884" sldId="287"/>
            <ac:picMk id="1028" creationId="{0F74E342-5052-768F-9AC0-CF2759909725}"/>
          </ac:picMkLst>
        </pc:picChg>
        <pc:picChg chg="add mod">
          <ac:chgData name="Fabian Gutierrez" userId="cd3f08d5-9c8b-42a4-8255-4a0693b9fb32" providerId="ADAL" clId="{A082A1CD-474D-43CF-880D-7607D5E7ADD4}" dt="2025-05-28T22:15:19.433" v="825"/>
          <ac:picMkLst>
            <pc:docMk/>
            <pc:sldMk cId="3346565884" sldId="287"/>
            <ac:picMk id="1032" creationId="{231C3DCB-4ED8-F3BC-A318-C9201259D9A5}"/>
          </ac:picMkLst>
        </pc:picChg>
        <pc:picChg chg="add mod">
          <ac:chgData name="Fabian Gutierrez" userId="cd3f08d5-9c8b-42a4-8255-4a0693b9fb32" providerId="ADAL" clId="{A082A1CD-474D-43CF-880D-7607D5E7ADD4}" dt="2025-06-01T15:42:42.332" v="3014" actId="1036"/>
          <ac:picMkLst>
            <pc:docMk/>
            <pc:sldMk cId="3346565884" sldId="287"/>
            <ac:picMk id="1038" creationId="{79B89EDB-64E7-84DE-07FF-9B1FDF4C5624}"/>
          </ac:picMkLst>
        </pc:picChg>
      </pc:sldChg>
      <pc:sldChg chg="modSp add del mod">
        <pc:chgData name="Fabian Gutierrez" userId="cd3f08d5-9c8b-42a4-8255-4a0693b9fb32" providerId="ADAL" clId="{A082A1CD-474D-43CF-880D-7607D5E7ADD4}" dt="2025-06-03T23:11:49.660" v="6503" actId="47"/>
        <pc:sldMkLst>
          <pc:docMk/>
          <pc:sldMk cId="3600122687" sldId="288"/>
        </pc:sldMkLst>
      </pc:sldChg>
      <pc:sldChg chg="addSp delSp modSp add del mod ord">
        <pc:chgData name="Fabian Gutierrez" userId="cd3f08d5-9c8b-42a4-8255-4a0693b9fb32" providerId="ADAL" clId="{A082A1CD-474D-43CF-880D-7607D5E7ADD4}" dt="2025-06-03T23:11:49.660" v="6503" actId="47"/>
        <pc:sldMkLst>
          <pc:docMk/>
          <pc:sldMk cId="1723328727" sldId="289"/>
        </pc:sldMkLst>
      </pc:sldChg>
      <pc:sldChg chg="modSp add del mod">
        <pc:chgData name="Fabian Gutierrez" userId="cd3f08d5-9c8b-42a4-8255-4a0693b9fb32" providerId="ADAL" clId="{A082A1CD-474D-43CF-880D-7607D5E7ADD4}" dt="2025-06-03T23:11:49.660" v="6503" actId="47"/>
        <pc:sldMkLst>
          <pc:docMk/>
          <pc:sldMk cId="1191678556" sldId="290"/>
        </pc:sldMkLst>
      </pc:sldChg>
      <pc:sldChg chg="addSp delSp modSp add mod ord addAnim delAnim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899485865" sldId="291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2" creationId="{B04A7108-1A4D-0819-F2EE-5E56E840FFE3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3" creationId="{FF2C32E9-EA19-7EDC-AA73-03FAD8CFEEA0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4" creationId="{8E2FCD08-3656-5D56-AD45-BAF2E451C43C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99485865" sldId="291"/>
            <ac:spMk id="5" creationId="{66828E21-AA84-F399-C832-2B8708727E5C}"/>
          </ac:spMkLst>
        </pc:spChg>
        <pc:spChg chg="add mod">
          <ac:chgData name="Fabian Gutierrez" userId="cd3f08d5-9c8b-42a4-8255-4a0693b9fb32" providerId="ADAL" clId="{A082A1CD-474D-43CF-880D-7607D5E7ADD4}" dt="2025-06-06T09:35:27.395" v="10586" actId="14100"/>
          <ac:spMkLst>
            <pc:docMk/>
            <pc:sldMk cId="3899485865" sldId="291"/>
            <ac:spMk id="7" creationId="{D85932A0-A562-60B2-2E3F-14FC2D366C3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8" creationId="{EF27FE8D-3421-5E6B-CC2C-5373E29E274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10" creationId="{4ECB4D2F-FB27-7AA6-3393-310BF60BABB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11" creationId="{5FBA24A1-D060-728D-DB0E-ACCFBF218E79}"/>
          </ac:spMkLst>
        </pc:spChg>
        <pc:spChg chg="add del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29" creationId="{D7468413-C7D9-ACAD-60E8-80367D60EB0D}"/>
          </ac:spMkLst>
        </pc:spChg>
        <pc:spChg chg="add del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31" creationId="{792095E2-0659-4A2C-F869-CF3778595E9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99485865" sldId="291"/>
            <ac:spMk id="34" creationId="{5C482AA8-AFDC-4043-9CC2-2038EECD111B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899485865" sldId="291"/>
            <ac:spMk id="35" creationId="{5182FA15-D755-C20A-2E60-70EA236E424C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99485865" sldId="291"/>
            <ac:spMk id="36" creationId="{2FE64D0B-2538-C7EE-9E7A-5554F900272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37" creationId="{267861EF-1ABB-C464-115D-E80E0D38476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99485865" sldId="291"/>
            <ac:spMk id="40" creationId="{E44EB9DC-241C-CC50-9E33-5445FF5F355A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899485865" sldId="291"/>
            <ac:spMk id="41" creationId="{88FE0116-8D21-60F3-C5EB-0C759EDF237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99485865" sldId="291"/>
            <ac:spMk id="42" creationId="{B054E613-28B4-29CD-20C4-FA20FFC3C3E9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99485865" sldId="291"/>
            <ac:spMk id="43" creationId="{C3BE9739-68DC-A5C4-D2CB-582A1E5B9DF7}"/>
          </ac:spMkLst>
        </pc:spChg>
        <pc:grpChg chg="add del">
          <ac:chgData name="Fabian Gutierrez" userId="cd3f08d5-9c8b-42a4-8255-4a0693b9fb32" providerId="ADAL" clId="{A082A1CD-474D-43CF-880D-7607D5E7ADD4}" dt="2025-06-01T17:24:57.185" v="3692" actId="26606"/>
          <ac:grpSpMkLst>
            <pc:docMk/>
            <pc:sldMk cId="3899485865" sldId="291"/>
            <ac:grpSpMk id="33" creationId="{8C3651FD-70E1-4CDF-D793-954381D57977}"/>
          </ac:grpSpMkLst>
        </pc:grpChg>
        <pc:grpChg chg="add del">
          <ac:chgData name="Fabian Gutierrez" userId="cd3f08d5-9c8b-42a4-8255-4a0693b9fb32" providerId="ADAL" clId="{A082A1CD-474D-43CF-880D-7607D5E7ADD4}" dt="2025-06-01T17:24:57.185" v="3692" actId="26606"/>
          <ac:grpSpMkLst>
            <pc:docMk/>
            <pc:sldMk cId="3899485865" sldId="291"/>
            <ac:grpSpMk id="39" creationId="{9E50C47C-3AB6-E7AB-C707-D9EE9418E408}"/>
          </ac:grpSpMkLst>
        </pc:grpChg>
        <pc:picChg chg="add mod">
          <ac:chgData name="Fabian Gutierrez" userId="cd3f08d5-9c8b-42a4-8255-4a0693b9fb32" providerId="ADAL" clId="{A082A1CD-474D-43CF-880D-7607D5E7ADD4}" dt="2025-06-06T09:15:52.059" v="10149" actId="1076"/>
          <ac:picMkLst>
            <pc:docMk/>
            <pc:sldMk cId="3899485865" sldId="291"/>
            <ac:picMk id="6" creationId="{7CB5AF90-BA44-A070-1D38-55AC1F32C78E}"/>
          </ac:picMkLst>
        </pc:picChg>
        <pc:picChg chg="add mod">
          <ac:chgData name="Fabian Gutierrez" userId="cd3f08d5-9c8b-42a4-8255-4a0693b9fb32" providerId="ADAL" clId="{A082A1CD-474D-43CF-880D-7607D5E7ADD4}" dt="2025-06-07T09:32:37.332" v="15246" actId="14100"/>
          <ac:picMkLst>
            <pc:docMk/>
            <pc:sldMk cId="3899485865" sldId="291"/>
            <ac:picMk id="9" creationId="{9C62EA7C-E95B-2EA6-393F-2DEAD7AF477E}"/>
          </ac:picMkLst>
        </pc:picChg>
        <pc:picChg chg="add mod">
          <ac:chgData name="Fabian Gutierrez" userId="cd3f08d5-9c8b-42a4-8255-4a0693b9fb32" providerId="ADAL" clId="{A082A1CD-474D-43CF-880D-7607D5E7ADD4}" dt="2025-06-07T09:33:19.005" v="15325" actId="1037"/>
          <ac:picMkLst>
            <pc:docMk/>
            <pc:sldMk cId="3899485865" sldId="291"/>
            <ac:picMk id="12" creationId="{92D05993-5E2B-98CB-7BDC-1112D2250270}"/>
          </ac:picMkLst>
        </pc:picChg>
        <pc:picChg chg="add mod">
          <ac:chgData name="Fabian Gutierrez" userId="cd3f08d5-9c8b-42a4-8255-4a0693b9fb32" providerId="ADAL" clId="{A082A1CD-474D-43CF-880D-7607D5E7ADD4}" dt="2025-06-08T22:27:44.160" v="17038" actId="1038"/>
          <ac:picMkLst>
            <pc:docMk/>
            <pc:sldMk cId="3899485865" sldId="291"/>
            <ac:picMk id="16" creationId="{6F4633BE-C6F3-3CDD-815B-8C54959120DF}"/>
          </ac:picMkLst>
        </pc:picChg>
        <pc:picChg chg="add mod">
          <ac:chgData name="Fabian Gutierrez" userId="cd3f08d5-9c8b-42a4-8255-4a0693b9fb32" providerId="ADAL" clId="{A082A1CD-474D-43CF-880D-7607D5E7ADD4}" dt="2025-06-09T12:49:40.475" v="20332" actId="1036"/>
          <ac:picMkLst>
            <pc:docMk/>
            <pc:sldMk cId="3899485865" sldId="291"/>
            <ac:picMk id="1026" creationId="{1FE18EAF-AD03-CBEF-B12C-FC839FA8231E}"/>
          </ac:picMkLst>
        </pc:picChg>
        <pc:picChg chg="add mod">
          <ac:chgData name="Fabian Gutierrez" userId="cd3f08d5-9c8b-42a4-8255-4a0693b9fb32" providerId="ADAL" clId="{A082A1CD-474D-43CF-880D-7607D5E7ADD4}" dt="2025-06-09T12:49:40.475" v="20332" actId="1036"/>
          <ac:picMkLst>
            <pc:docMk/>
            <pc:sldMk cId="3899485865" sldId="291"/>
            <ac:picMk id="1028" creationId="{ACEC6B36-7836-5B5F-1F6F-E4BF51B7C672}"/>
          </ac:picMkLst>
        </pc:picChg>
        <pc:picChg chg="add mod">
          <ac:chgData name="Fabian Gutierrez" userId="cd3f08d5-9c8b-42a4-8255-4a0693b9fb32" providerId="ADAL" clId="{A082A1CD-474D-43CF-880D-7607D5E7ADD4}" dt="2025-06-06T09:27:33.555" v="10331" actId="1076"/>
          <ac:picMkLst>
            <pc:docMk/>
            <pc:sldMk cId="3899485865" sldId="291"/>
            <ac:picMk id="1030" creationId="{B1CAC405-1AB8-D4A1-A180-52F931AD4C32}"/>
          </ac:picMkLst>
        </pc:picChg>
        <pc:picChg chg="add mod">
          <ac:chgData name="Fabian Gutierrez" userId="cd3f08d5-9c8b-42a4-8255-4a0693b9fb32" providerId="ADAL" clId="{A082A1CD-474D-43CF-880D-7607D5E7ADD4}" dt="2025-06-06T09:35:34.818" v="10605" actId="1036"/>
          <ac:picMkLst>
            <pc:docMk/>
            <pc:sldMk cId="3899485865" sldId="291"/>
            <ac:picMk id="1034" creationId="{8A01EF0F-502D-3AC1-9AAC-B11DD3CAF216}"/>
          </ac:picMkLst>
        </pc:picChg>
        <pc:picChg chg="add mod">
          <ac:chgData name="Fabian Gutierrez" userId="cd3f08d5-9c8b-42a4-8255-4a0693b9fb32" providerId="ADAL" clId="{A082A1CD-474D-43CF-880D-7607D5E7ADD4}" dt="2025-06-06T09:35:12.291" v="10568" actId="1076"/>
          <ac:picMkLst>
            <pc:docMk/>
            <pc:sldMk cId="3899485865" sldId="291"/>
            <ac:picMk id="1036" creationId="{58744691-48D4-7520-B87E-0AD7AF5B2C67}"/>
          </ac:picMkLst>
        </pc:picChg>
      </pc:sldChg>
      <pc:sldChg chg="modSp add del mod">
        <pc:chgData name="Fabian Gutierrez" userId="cd3f08d5-9c8b-42a4-8255-4a0693b9fb32" providerId="ADAL" clId="{A082A1CD-474D-43CF-880D-7607D5E7ADD4}" dt="2025-06-03T23:11:49.660" v="6503" actId="47"/>
        <pc:sldMkLst>
          <pc:docMk/>
          <pc:sldMk cId="2298413758" sldId="292"/>
        </pc:sldMkLst>
      </pc:sldChg>
      <pc:sldChg chg="new del">
        <pc:chgData name="Fabian Gutierrez" userId="cd3f08d5-9c8b-42a4-8255-4a0693b9fb32" providerId="ADAL" clId="{A082A1CD-474D-43CF-880D-7607D5E7ADD4}" dt="2025-05-28T22:31:39.518" v="1031" actId="47"/>
        <pc:sldMkLst>
          <pc:docMk/>
          <pc:sldMk cId="460505591" sldId="293"/>
        </pc:sldMkLst>
      </pc:sldChg>
      <pc:sldChg chg="new del">
        <pc:chgData name="Fabian Gutierrez" userId="cd3f08d5-9c8b-42a4-8255-4a0693b9fb32" providerId="ADAL" clId="{A082A1CD-474D-43CF-880D-7607D5E7ADD4}" dt="2025-05-28T22:31:56.807" v="1033" actId="47"/>
        <pc:sldMkLst>
          <pc:docMk/>
          <pc:sldMk cId="1910892157" sldId="293"/>
        </pc:sldMkLst>
      </pc:sldChg>
      <pc:sldChg chg="addSp modSp add del mod ord chgLayout">
        <pc:chgData name="Fabian Gutierrez" userId="cd3f08d5-9c8b-42a4-8255-4a0693b9fb32" providerId="ADAL" clId="{A082A1CD-474D-43CF-880D-7607D5E7ADD4}" dt="2025-05-31T15:30:32.341" v="2752" actId="47"/>
        <pc:sldMkLst>
          <pc:docMk/>
          <pc:sldMk cId="3979672174" sldId="293"/>
        </pc:sldMkLst>
      </pc:sldChg>
      <pc:sldChg chg="addSp modSp new mod ord setBg modAnim modNotesTx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844956910" sldId="294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2" creationId="{655BFEAF-A47C-EEE8-5372-D7593E49B257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44956910" sldId="294"/>
            <ac:spMk id="3" creationId="{3307D70B-C388-1159-6109-A84C74CA3DD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6" creationId="{435F96C2-96F0-292D-44E8-BDEFF82FFD2C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44956910" sldId="294"/>
            <ac:spMk id="7" creationId="{4AC19000-5801-99DB-D393-0441D9D9ADF6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8" creationId="{5005DAC5-BA44-2A23-2FA7-7D97D83B97BB}"/>
          </ac:spMkLst>
        </pc:spChg>
        <pc:spChg chg="add mod">
          <ac:chgData name="Fabian Gutierrez" userId="cd3f08d5-9c8b-42a4-8255-4a0693b9fb32" providerId="ADAL" clId="{A082A1CD-474D-43CF-880D-7607D5E7ADD4}" dt="2025-06-06T14:24:14.710" v="13596" actId="20577"/>
          <ac:spMkLst>
            <pc:docMk/>
            <pc:sldMk cId="3844956910" sldId="294"/>
            <ac:spMk id="9" creationId="{B52BB67A-257B-9DEF-1548-BF100F12BB15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0" creationId="{FA3C7DEA-BCC2-4295-8850-14799329618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1" creationId="{705A8431-3AC9-FAA4-86E8-606912D15C6B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2" creationId="{C289949D-B9F6-468A-86FE-2694DC5AE773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3" creationId="{68BA6785-C4AB-ACE9-35CD-B72EABA87FF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5" creationId="{DEC53B48-7B73-49D1-A6FD-9DBF5141EA7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844956910" sldId="294"/>
            <ac:spMk id="16" creationId="{7DEDDC41-2C98-4AF1-A0EA-AEEC34827C2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7" creationId="{D2208F20-F93C-4530-8370-FC7818BABB3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844956910" sldId="294"/>
            <ac:spMk id="18" creationId="{E52F51E0-B50B-43EA-B6AC-C16BD29C3EDD}"/>
          </ac:spMkLst>
        </pc:spChg>
        <pc:grpChg chg="add">
          <ac:chgData name="Fabian Gutierrez" userId="cd3f08d5-9c8b-42a4-8255-4a0693b9fb32" providerId="ADAL" clId="{A082A1CD-474D-43CF-880D-7607D5E7ADD4}" dt="2025-05-28T23:05:53.507" v="1237" actId="26606"/>
          <ac:grpSpMkLst>
            <pc:docMk/>
            <pc:sldMk cId="3844956910" sldId="294"/>
            <ac:grpSpMk id="14" creationId="{E4DF0958-0C87-4C28-9554-2FADC788C2B1}"/>
          </ac:grpSpMkLst>
        </pc:grpChg>
      </pc:sldChg>
      <pc:sldChg chg="addSp delSp modSp new mod ord setBg modNotesTx">
        <pc:chgData name="Fabian Gutierrez" userId="cd3f08d5-9c8b-42a4-8255-4a0693b9fb32" providerId="ADAL" clId="{A082A1CD-474D-43CF-880D-7607D5E7ADD4}" dt="2025-06-10T20:55:29.807" v="20664" actId="20577"/>
        <pc:sldMkLst>
          <pc:docMk/>
          <pc:sldMk cId="2131595696" sldId="295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2" creationId="{1A21078E-A575-AB53-E29B-005E35CE50EB}"/>
          </ac:spMkLst>
        </pc:spChg>
        <pc:spChg chg="mod">
          <ac:chgData name="Fabian Gutierrez" userId="cd3f08d5-9c8b-42a4-8255-4a0693b9fb32" providerId="ADAL" clId="{A082A1CD-474D-43CF-880D-7607D5E7ADD4}" dt="2025-06-10T20:55:15.831" v="20629" actId="21"/>
          <ac:spMkLst>
            <pc:docMk/>
            <pc:sldMk cId="2131595696" sldId="295"/>
            <ac:spMk id="3" creationId="{2D1D5D59-1DF1-BC56-A554-5DE0E546313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8" creationId="{214470D6-1F80-D220-EEAC-C78C2F9F06B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48" creationId="{BF5A6F4A-CE87-4D5C-9382-8167967CE81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49" creationId="{61023DD2-2E6F-4419-B404-80F08460BEA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50" creationId="{BC4A6C98-F96E-4587-B01F-A9B01BBFAD0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51" creationId="{A66409EC-9CC3-482A-A4A5-54ED092B3F22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56" creationId="{B6FACB3C-9069-4791-BC5C-0DB7CD19B853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31595696" sldId="295"/>
            <ac:spMk id="57" creationId="{71F2038E-D777-4B76-81DD-DD13EE91B9DD}"/>
          </ac:spMkLst>
        </pc:spChg>
        <pc:grpChg chg="add">
          <ac:chgData name="Fabian Gutierrez" userId="cd3f08d5-9c8b-42a4-8255-4a0693b9fb32" providerId="ADAL" clId="{A082A1CD-474D-43CF-880D-7607D5E7ADD4}" dt="2025-05-28T23:18:14.396" v="1536" actId="26606"/>
          <ac:grpSpMkLst>
            <pc:docMk/>
            <pc:sldMk cId="2131595696" sldId="295"/>
            <ac:grpSpMk id="58" creationId="{DD354807-230F-4402-B1B9-F733A8F1F190}"/>
          </ac:grpSpMkLst>
        </pc:grpChg>
        <pc:picChg chg="add mod ord">
          <ac:chgData name="Fabian Gutierrez" userId="cd3f08d5-9c8b-42a4-8255-4a0693b9fb32" providerId="ADAL" clId="{A082A1CD-474D-43CF-880D-7607D5E7ADD4}" dt="2025-05-28T23:32:02.551" v="1712" actId="1440"/>
          <ac:picMkLst>
            <pc:docMk/>
            <pc:sldMk cId="2131595696" sldId="295"/>
            <ac:picMk id="7" creationId="{EF07EA54-224E-8875-5371-6DF99DB285A8}"/>
          </ac:picMkLst>
        </pc:picChg>
        <pc:picChg chg="add mod">
          <ac:chgData name="Fabian Gutierrez" userId="cd3f08d5-9c8b-42a4-8255-4a0693b9fb32" providerId="ADAL" clId="{A082A1CD-474D-43CF-880D-7607D5E7ADD4}" dt="2025-05-31T15:42:26.696" v="2869" actId="1076"/>
          <ac:picMkLst>
            <pc:docMk/>
            <pc:sldMk cId="2131595696" sldId="295"/>
            <ac:picMk id="11" creationId="{F4EB3C54-3E0E-0F8D-7F3D-58296B9D1B23}"/>
          </ac:picMkLst>
        </pc:picChg>
      </pc:sldChg>
      <pc:sldChg chg="addSp delSp modSp new del mod ord setBg delDesignElem chgLayout">
        <pc:chgData name="Fabian Gutierrez" userId="cd3f08d5-9c8b-42a4-8255-4a0693b9fb32" providerId="ADAL" clId="{A082A1CD-474D-43CF-880D-7607D5E7ADD4}" dt="2025-06-09T08:37:30.569" v="19268" actId="47"/>
        <pc:sldMkLst>
          <pc:docMk/>
          <pc:sldMk cId="906245049" sldId="296"/>
        </pc:sldMkLst>
      </pc:sldChg>
      <pc:sldChg chg="addSp delSp modSp new mod ord setBg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674909460" sldId="297"/>
        </pc:sldMkLst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674909460" sldId="297"/>
            <ac:spMk id="6" creationId="{EC5D66B1-1024-6E5B-0117-B447E72DF22D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10" creationId="{889C5E17-24D0-4696-A3C5-A2261FB455FA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11" creationId="{DE828CD3-CFC3-937D-8083-15C1F4CB20F2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12" creationId="{6929B58F-2358-44CC-ACE5-EF1BD3C6C824}"/>
          </ac:spMkLst>
        </pc:spChg>
        <pc:spChg chg="add 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674909460" sldId="297"/>
            <ac:spMk id="13" creationId="{64A6B6E5-AF57-CFD6-B0EE-7F01765C5FF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15" creationId="{4FAAA8C8-4EB7-45F1-BF24-3EF0F4DC440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16" creationId="{A77FC097-E4F2-4A45-82E8-3808FA553C0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17" creationId="{D0DF88B0-FA8A-47F5-8EAC-1880B1A51BFC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674909460" sldId="297"/>
            <ac:spMk id="18" creationId="{D790A441-D853-464D-E4DC-20E363CC69C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20" creationId="{EBC3D4A0-B9C9-E1F1-C0CB-5B17BB7768E6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23" creationId="{5D942783-7BF4-0064-854E-CE0B33FFD9D8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674909460" sldId="297"/>
            <ac:spMk id="25" creationId="{B2C67CE1-1BCB-3897-E613-733121635942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36" creationId="{4CA0E18E-6CA5-6A5D-B060-11D92C83CE7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674909460" sldId="297"/>
            <ac:spMk id="37" creationId="{63AF57C6-4189-136E-F238-DDD51838A576}"/>
          </ac:spMkLst>
        </pc:spChg>
        <pc:grpChg chg="add">
          <ac:chgData name="Fabian Gutierrez" userId="cd3f08d5-9c8b-42a4-8255-4a0693b9fb32" providerId="ADAL" clId="{A082A1CD-474D-43CF-880D-7607D5E7ADD4}" dt="2025-05-28T23:26:56.622" v="1597" actId="26606"/>
          <ac:grpSpMkLst>
            <pc:docMk/>
            <pc:sldMk cId="3674909460" sldId="297"/>
            <ac:grpSpMk id="14" creationId="{09DA5303-A1AF-4830-806C-51FCD96188B7}"/>
          </ac:grpSpMkLst>
        </pc:grpChg>
        <pc:picChg chg="add mod">
          <ac:chgData name="Fabian Gutierrez" userId="cd3f08d5-9c8b-42a4-8255-4a0693b9fb32" providerId="ADAL" clId="{A082A1CD-474D-43CF-880D-7607D5E7ADD4}" dt="2025-06-01T15:44:18.222" v="3018" actId="12789"/>
          <ac:picMkLst>
            <pc:docMk/>
            <pc:sldMk cId="3674909460" sldId="297"/>
            <ac:picMk id="7" creationId="{68327C1F-2185-5690-74D0-BD9F01AE71EC}"/>
          </ac:picMkLst>
        </pc:picChg>
        <pc:picChg chg="add mod">
          <ac:chgData name="Fabian Gutierrez" userId="cd3f08d5-9c8b-42a4-8255-4a0693b9fb32" providerId="ADAL" clId="{A082A1CD-474D-43CF-880D-7607D5E7ADD4}" dt="2025-06-01T15:44:09.277" v="3017" actId="12789"/>
          <ac:picMkLst>
            <pc:docMk/>
            <pc:sldMk cId="3674909460" sldId="297"/>
            <ac:picMk id="8" creationId="{4D903BA7-430A-EF49-D415-4639C9338041}"/>
          </ac:picMkLst>
        </pc:picChg>
        <pc:picChg chg="add mod">
          <ac:chgData name="Fabian Gutierrez" userId="cd3f08d5-9c8b-42a4-8255-4a0693b9fb32" providerId="ADAL" clId="{A082A1CD-474D-43CF-880D-7607D5E7ADD4}" dt="2025-06-01T15:44:00.474" v="3016" actId="12789"/>
          <ac:picMkLst>
            <pc:docMk/>
            <pc:sldMk cId="3674909460" sldId="297"/>
            <ac:picMk id="9" creationId="{92310948-2989-12BF-0C18-3FC194F86930}"/>
          </ac:picMkLst>
        </pc:picChg>
        <pc:picChg chg="add del mod">
          <ac:chgData name="Fabian Gutierrez" userId="cd3f08d5-9c8b-42a4-8255-4a0693b9fb32" providerId="ADAL" clId="{A082A1CD-474D-43CF-880D-7607D5E7ADD4}" dt="2025-06-01T15:43:49.828" v="3015" actId="12789"/>
          <ac:picMkLst>
            <pc:docMk/>
            <pc:sldMk cId="3674909460" sldId="297"/>
            <ac:picMk id="19" creationId="{1B8AC761-A6E2-1F1F-CB08-3C2486329B42}"/>
          </ac:picMkLst>
        </pc:picChg>
        <pc:picChg chg="add mod ord">
          <ac:chgData name="Fabian Gutierrez" userId="cd3f08d5-9c8b-42a4-8255-4a0693b9fb32" providerId="ADAL" clId="{A082A1CD-474D-43CF-880D-7607D5E7ADD4}" dt="2025-05-31T15:39:42.216" v="2852" actId="1038"/>
          <ac:picMkLst>
            <pc:docMk/>
            <pc:sldMk cId="3674909460" sldId="297"/>
            <ac:picMk id="22" creationId="{E32C719D-7E1A-D876-094D-E4A5C5406652}"/>
          </ac:picMkLst>
        </pc:picChg>
        <pc:picChg chg="add mod">
          <ac:chgData name="Fabian Gutierrez" userId="cd3f08d5-9c8b-42a4-8255-4a0693b9fb32" providerId="ADAL" clId="{A082A1CD-474D-43CF-880D-7607D5E7ADD4}" dt="2025-05-29T06:00:53.632" v="1828" actId="1076"/>
          <ac:picMkLst>
            <pc:docMk/>
            <pc:sldMk cId="3674909460" sldId="297"/>
            <ac:picMk id="27" creationId="{6F4539B9-C90A-74D2-39BD-0B2F590AA3FF}"/>
          </ac:picMkLst>
        </pc:picChg>
        <pc:picChg chg="add mod">
          <ac:chgData name="Fabian Gutierrez" userId="cd3f08d5-9c8b-42a4-8255-4a0693b9fb32" providerId="ADAL" clId="{A082A1CD-474D-43CF-880D-7607D5E7ADD4}" dt="2025-05-31T15:39:47.186" v="2861" actId="1038"/>
          <ac:picMkLst>
            <pc:docMk/>
            <pc:sldMk cId="3674909460" sldId="297"/>
            <ac:picMk id="30" creationId="{AB1B10A5-909C-A5FA-17F7-8E25B9D620B8}"/>
          </ac:picMkLst>
        </pc:picChg>
        <pc:picChg chg="add mod">
          <ac:chgData name="Fabian Gutierrez" userId="cd3f08d5-9c8b-42a4-8255-4a0693b9fb32" providerId="ADAL" clId="{A082A1CD-474D-43CF-880D-7607D5E7ADD4}" dt="2025-05-31T15:39:47.186" v="2861" actId="1038"/>
          <ac:picMkLst>
            <pc:docMk/>
            <pc:sldMk cId="3674909460" sldId="297"/>
            <ac:picMk id="33" creationId="{D5B67A17-DFCB-09E4-1FB3-F196CE09415B}"/>
          </ac:picMkLst>
        </pc:picChg>
        <pc:picChg chg="add mod">
          <ac:chgData name="Fabian Gutierrez" userId="cd3f08d5-9c8b-42a4-8255-4a0693b9fb32" providerId="ADAL" clId="{A082A1CD-474D-43CF-880D-7607D5E7ADD4}" dt="2025-06-01T15:44:25.932" v="3019" actId="12789"/>
          <ac:picMkLst>
            <pc:docMk/>
            <pc:sldMk cId="3674909460" sldId="297"/>
            <ac:picMk id="35" creationId="{57D8A35F-B580-C5D0-1682-E7AEC5AC738C}"/>
          </ac:picMkLst>
        </pc:picChg>
        <pc:picChg chg="add mod">
          <ac:chgData name="Fabian Gutierrez" userId="cd3f08d5-9c8b-42a4-8255-4a0693b9fb32" providerId="ADAL" clId="{A082A1CD-474D-43CF-880D-7607D5E7ADD4}" dt="2025-06-01T15:44:34.077" v="3020" actId="12789"/>
          <ac:picMkLst>
            <pc:docMk/>
            <pc:sldMk cId="3674909460" sldId="297"/>
            <ac:picMk id="1030" creationId="{1DDC2E41-9AA1-4E8F-F85C-39D0B4C4E264}"/>
          </ac:picMkLst>
        </pc:picChg>
      </pc:sldChg>
      <pc:sldChg chg="addSp modSp new del mod ord setBg">
        <pc:chgData name="Fabian Gutierrez" userId="cd3f08d5-9c8b-42a4-8255-4a0693b9fb32" providerId="ADAL" clId="{A082A1CD-474D-43CF-880D-7607D5E7ADD4}" dt="2025-06-03T23:50:22.913" v="7467" actId="2696"/>
        <pc:sldMkLst>
          <pc:docMk/>
          <pc:sldMk cId="2211687045" sldId="298"/>
        </pc:sldMkLst>
      </pc:sldChg>
      <pc:sldChg chg="addSp delSp modSp add del mod">
        <pc:chgData name="Fabian Gutierrez" userId="cd3f08d5-9c8b-42a4-8255-4a0693b9fb32" providerId="ADAL" clId="{A082A1CD-474D-43CF-880D-7607D5E7ADD4}" dt="2025-05-31T15:23:05.310" v="2550" actId="47"/>
        <pc:sldMkLst>
          <pc:docMk/>
          <pc:sldMk cId="2619018404" sldId="299"/>
        </pc:sldMkLst>
      </pc:sldChg>
      <pc:sldChg chg="add del ord">
        <pc:chgData name="Fabian Gutierrez" userId="cd3f08d5-9c8b-42a4-8255-4a0693b9fb32" providerId="ADAL" clId="{A082A1CD-474D-43CF-880D-7607D5E7ADD4}" dt="2025-05-31T15:22:12.549" v="2540" actId="47"/>
        <pc:sldMkLst>
          <pc:docMk/>
          <pc:sldMk cId="3853436061" sldId="300"/>
        </pc:sldMkLst>
      </pc:sldChg>
      <pc:sldChg chg="addSp delSp modSp add mod ord del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706879099" sldId="301"/>
        </pc:sldMkLst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706879099" sldId="301"/>
            <ac:spMk id="2" creationId="{63716171-AFE9-D8BD-711D-7CA86891FB6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" creationId="{C68BBD40-36B8-3949-990E-F3262A013E71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6" creationId="{08BD8FCD-E323-6B63-AECC-73841F623253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706879099" sldId="301"/>
            <ac:spMk id="13" creationId="{8D1A5F3B-B028-686E-DED4-C7C12B50B16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47" creationId="{74329E46-2B80-5243-B6E3-AAAED72339C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48" creationId="{60309578-AD38-23DC-6555-81B795737B9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0" creationId="{18E43C9A-5060-46E0-D268-9CD424AF209F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2706879099" sldId="301"/>
            <ac:spMk id="51" creationId="{82D97152-1CFA-8916-535E-8680ABB1C75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2" creationId="{1940C253-44BA-470C-3316-8F320890310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3" creationId="{7B883396-8F3F-C90B-30A9-488FC167CBD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5" creationId="{3A8CE5BB-FB96-0949-47F5-8A03EE21F7D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6" creationId="{BC2CCE16-DD00-53A8-F322-494F02E17D9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06879099" sldId="301"/>
            <ac:spMk id="57" creationId="{79618295-3833-AE6C-EB84-F1FC48E81DB3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2706879099" sldId="301"/>
            <ac:spMk id="58" creationId="{4A3509C4-7A24-847E-059C-B6917D9E1A08}"/>
          </ac:spMkLst>
        </pc:spChg>
      </pc:sldChg>
      <pc:sldChg chg="addSp delSp modSp add del mod modClrScheme delDesignElem chgLayout">
        <pc:chgData name="Fabian Gutierrez" userId="cd3f08d5-9c8b-42a4-8255-4a0693b9fb32" providerId="ADAL" clId="{A082A1CD-474D-43CF-880D-7607D5E7ADD4}" dt="2025-06-01T17:26:36.040" v="3708" actId="47"/>
        <pc:sldMkLst>
          <pc:docMk/>
          <pc:sldMk cId="3053910249" sldId="302"/>
        </pc:sldMkLst>
      </pc:sldChg>
      <pc:sldChg chg="addSp delSp modSp add mod ord delAnim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1779266092" sldId="303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5" creationId="{C30EDD30-F95B-7F8D-7046-D0D9E787DAE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8" creationId="{3712D01C-6D69-3855-25EC-F8C129D9B93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28" creationId="{54462FE0-60D9-44BB-8B73-BBCB052F576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29" creationId="{D5AC2190-FA78-EAFF-0469-416B9FF6C35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30" creationId="{710255BE-3F86-27E5-4C2B-2D6890B188A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32" creationId="{88F1D6F6-0E08-235E-5E62-9602460177E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33" creationId="{B5401965-8DCC-2203-1087-8473105C46B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34" creationId="{BBC47526-55BA-0E15-8630-2958FC06CFC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79266092" sldId="303"/>
            <ac:spMk id="1036" creationId="{3B4280E3-0ABF-A2E4-BF26-F07DBF52C5AE}"/>
          </ac:spMkLst>
        </pc:spChg>
        <pc:picChg chg="add mod">
          <ac:chgData name="Fabian Gutierrez" userId="cd3f08d5-9c8b-42a4-8255-4a0693b9fb32" providerId="ADAL" clId="{A082A1CD-474D-43CF-880D-7607D5E7ADD4}" dt="2025-06-08T22:25:32.254" v="16686" actId="962"/>
          <ac:picMkLst>
            <pc:docMk/>
            <pc:sldMk cId="1779266092" sldId="303"/>
            <ac:picMk id="3" creationId="{1E6E1B41-FEC4-5F05-D95C-6CA3E49EC558}"/>
          </ac:picMkLst>
        </pc:picChg>
        <pc:picChg chg="add mod">
          <ac:chgData name="Fabian Gutierrez" userId="cd3f08d5-9c8b-42a4-8255-4a0693b9fb32" providerId="ADAL" clId="{A082A1CD-474D-43CF-880D-7607D5E7ADD4}" dt="2025-06-03T23:23:12.866" v="6724" actId="1076"/>
          <ac:picMkLst>
            <pc:docMk/>
            <pc:sldMk cId="1779266092" sldId="303"/>
            <ac:picMk id="16" creationId="{8C08FBEA-2D25-EB6B-AB49-27553A765606}"/>
          </ac:picMkLst>
        </pc:picChg>
      </pc:sldChg>
      <pc:sldChg chg="addSp delSp modSp add mod or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67189594" sldId="304"/>
        </pc:sldMkLst>
        <pc:spChg chg="add mod">
          <ac:chgData name="Fabian Gutierrez" userId="cd3f08d5-9c8b-42a4-8255-4a0693b9fb32" providerId="ADAL" clId="{A082A1CD-474D-43CF-880D-7607D5E7ADD4}" dt="2025-06-07T09:23:39.790" v="14999" actId="20577"/>
          <ac:spMkLst>
            <pc:docMk/>
            <pc:sldMk cId="67189594" sldId="304"/>
            <ac:spMk id="6" creationId="{4D9CE3E0-87AD-D27E-CECE-4710AC094DC7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7" creationId="{C25430A3-8B31-2ED1-FD88-8ADBF62C49F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8" creationId="{8C264FB8-8556-D003-F3AA-FCF3A094F988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10" creationId="{ADD6D5EB-377C-B7E4-E740-C00D8E9BEC70}"/>
          </ac:spMkLst>
        </pc:spChg>
        <pc:spChg chg="add 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67189594" sldId="304"/>
            <ac:spMk id="11" creationId="{3D3FAC60-827C-97A8-ACCF-794BCAF22F4B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48" creationId="{5A292AEA-2528-46C0-B426-95822B6141FB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50" creationId="{D8B7B198-E4DF-43CD-AD8C-199884323745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52" creationId="{2BE67753-EA0E-4819-8D22-0B6600CF7231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7189594" sldId="304"/>
            <ac:spMk id="55" creationId="{B997A32E-7032-4107-9C8B-99DB59EDD52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7189594" sldId="304"/>
            <ac:spMk id="57" creationId="{E997B002-17FD-47B3-A06A-76802FE15CE7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7189594" sldId="304"/>
            <ac:spMk id="58" creationId="{E401EA35-9D2E-43B7-860F-EBB8A6C3E081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67189594" sldId="304"/>
            <ac:spMk id="59" creationId="{F8C44827-3D81-4FF9-B4A5-5650D1B20A2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60" creationId="{F613D97F-F6DF-4D32-AD91-209A80E7A23C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7189594" sldId="304"/>
            <ac:spMk id="64" creationId="{68B53067-4E48-4E71-A6A9-A8CAABAFBF69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7189594" sldId="304"/>
            <ac:spMk id="66" creationId="{81E20F06-3B09-4B89-A36B-AB8BFBCCA5D9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67189594" sldId="304"/>
            <ac:spMk id="67" creationId="{DAE6C3D7-7D5B-4926-877D-45F117BB6BF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70" creationId="{E1951533-A568-4765-AB1F-F71D9AFDEA9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71" creationId="{A7214F52-4F3F-4C96-A62E-F1401D6C04F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7189594" sldId="304"/>
            <ac:spMk id="72" creationId="{023146A1-291C-4FA0-AB5B-EB04D4239812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7189594" sldId="304"/>
            <ac:spMk id="73" creationId="{62977932-2B03-4899-8306-5002CEE68E2C}"/>
          </ac:spMkLst>
        </pc:spChg>
        <pc:grpChg chg="add">
          <ac:chgData name="Fabian Gutierrez" userId="cd3f08d5-9c8b-42a4-8255-4a0693b9fb32" providerId="ADAL" clId="{A082A1CD-474D-43CF-880D-7607D5E7ADD4}" dt="2025-06-01T17:25:26.670" v="3696" actId="26606"/>
          <ac:grpSpMkLst>
            <pc:docMk/>
            <pc:sldMk cId="67189594" sldId="304"/>
            <ac:grpSpMk id="63" creationId="{87F87F1B-42BA-4AC7-A4E2-41544DDB2CE3}"/>
          </ac:grpSpMkLst>
        </pc:grpChg>
        <pc:graphicFrameChg chg="add mod">
          <ac:chgData name="Fabian Gutierrez" userId="cd3f08d5-9c8b-42a4-8255-4a0693b9fb32" providerId="ADAL" clId="{A082A1CD-474D-43CF-880D-7607D5E7ADD4}" dt="2025-06-06T09:03:56.375" v="10048" actId="1076"/>
          <ac:graphicFrameMkLst>
            <pc:docMk/>
            <pc:sldMk cId="67189594" sldId="304"/>
            <ac:graphicFrameMk id="9" creationId="{F0404A96-71CE-CDF1-0625-4B953F7CDE5B}"/>
          </ac:graphicFrameMkLst>
        </pc:graphicFrameChg>
        <pc:picChg chg="add mod">
          <ac:chgData name="Fabian Gutierrez" userId="cd3f08d5-9c8b-42a4-8255-4a0693b9fb32" providerId="ADAL" clId="{A082A1CD-474D-43CF-880D-7607D5E7ADD4}" dt="2025-06-01T17:26:22.030" v="3706"/>
          <ac:picMkLst>
            <pc:docMk/>
            <pc:sldMk cId="67189594" sldId="304"/>
            <ac:picMk id="2054" creationId="{72A0134E-F10F-FAD6-5436-359C9A83412F}"/>
          </ac:picMkLst>
        </pc:picChg>
      </pc:sldChg>
      <pc:sldChg chg="addSp delSp modSp add del mod ord delDesignElem chgLayout">
        <pc:chgData name="Fabian Gutierrez" userId="cd3f08d5-9c8b-42a4-8255-4a0693b9fb32" providerId="ADAL" clId="{A082A1CD-474D-43CF-880D-7607D5E7ADD4}" dt="2025-06-03T22:54:38.169" v="6109" actId="47"/>
        <pc:sldMkLst>
          <pc:docMk/>
          <pc:sldMk cId="1572362479" sldId="305"/>
        </pc:sldMkLst>
      </pc:sldChg>
      <pc:sldChg chg="add del ord">
        <pc:chgData name="Fabian Gutierrez" userId="cd3f08d5-9c8b-42a4-8255-4a0693b9fb32" providerId="ADAL" clId="{A082A1CD-474D-43CF-880D-7607D5E7ADD4}" dt="2025-06-03T22:21:17.692" v="4738" actId="47"/>
        <pc:sldMkLst>
          <pc:docMk/>
          <pc:sldMk cId="4181050545" sldId="306"/>
        </pc:sldMkLst>
      </pc:sldChg>
      <pc:sldChg chg="add del">
        <pc:chgData name="Fabian Gutierrez" userId="cd3f08d5-9c8b-42a4-8255-4a0693b9fb32" providerId="ADAL" clId="{A082A1CD-474D-43CF-880D-7607D5E7ADD4}" dt="2025-06-08T23:23:53.847" v="17865" actId="2696"/>
        <pc:sldMkLst>
          <pc:docMk/>
          <pc:sldMk cId="181315239" sldId="307"/>
        </pc:sldMkLst>
      </pc:sldChg>
      <pc:sldChg chg="addSp delSp modSp add mod or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027939643" sldId="308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2" creationId="{FBB68D54-93D0-C015-0FD4-99A748E81666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027939643" sldId="308"/>
            <ac:spMk id="6" creationId="{DA5DD2BB-9285-2E16-91B1-19D4EA4B536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8" creationId="{30666233-EF6B-E1B1-A03E-B57CD6E1DA46}"/>
          </ac:spMkLst>
        </pc:spChg>
        <pc:spChg chg="add mod or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27939643" sldId="308"/>
            <ac:spMk id="12" creationId="{7F45F1F9-9678-F92D-E7F3-DC7CBCDA9838}"/>
          </ac:spMkLst>
        </pc:spChg>
        <pc:spChg chg="add mod or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13" creationId="{D5246F30-5152-5372-8190-5342BC5F7BA3}"/>
          </ac:spMkLst>
        </pc:spChg>
        <pc:spChg chg="add mod or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027939643" sldId="308"/>
            <ac:spMk id="14" creationId="{53D49855-C72E-6708-3E41-973C23D87A8F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15" creationId="{FF17D5F7-8E3B-20B9-F352-4A51B9CA9EF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16" creationId="{9D77AC30-F772-3DF9-4D66-9CD95AD57941}"/>
          </ac:spMkLst>
        </pc:spChg>
        <pc:spChg chg="add 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027939643" sldId="308"/>
            <ac:spMk id="17" creationId="{742B37FD-7CC6-4DAF-2EAB-41C97EFAFB3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18" creationId="{6C342892-9E6F-0733-FA5E-32BDCBEDB5D3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19" creationId="{29B67A9F-7559-ADAF-8CF1-3591CB8DED28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27939643" sldId="308"/>
            <ac:spMk id="29" creationId="{4F551805-931B-E542-B123-B32BDD63A21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27939643" sldId="308"/>
            <ac:spMk id="31" creationId="{242A8789-A700-0429-8941-344767F558B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34" creationId="{CB127E41-B0E2-3446-C57A-5389F3238952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27939643" sldId="308"/>
            <ac:spMk id="35" creationId="{4763E386-7506-A40E-849C-BF641120897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027939643" sldId="308"/>
            <ac:spMk id="36" creationId="{8C892673-E32B-916A-64EC-7CFFA15AECE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37" creationId="{55D69E8F-B949-F5A7-59A0-0C6303E9B5D1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027939643" sldId="308"/>
            <ac:spMk id="41" creationId="{1CE18C8B-4CF8-DBBE-C1D7-DB2FD66D413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027939643" sldId="308"/>
            <ac:spMk id="42" creationId="{07CBBE08-92EB-4134-13AC-2246242B3862}"/>
          </ac:spMkLst>
        </pc:spChg>
        <pc:picChg chg="add mod ord">
          <ac:chgData name="Fabian Gutierrez" userId="cd3f08d5-9c8b-42a4-8255-4a0693b9fb32" providerId="ADAL" clId="{A082A1CD-474D-43CF-880D-7607D5E7ADD4}" dt="2025-06-03T22:50:36.708" v="5930" actId="12788"/>
          <ac:picMkLst>
            <pc:docMk/>
            <pc:sldMk cId="3027939643" sldId="308"/>
            <ac:picMk id="9" creationId="{B5A1DE7B-2DEF-26B6-F9FB-EC5155E69587}"/>
          </ac:picMkLst>
        </pc:picChg>
        <pc:picChg chg="add mod ord">
          <ac:chgData name="Fabian Gutierrez" userId="cd3f08d5-9c8b-42a4-8255-4a0693b9fb32" providerId="ADAL" clId="{A082A1CD-474D-43CF-880D-7607D5E7ADD4}" dt="2025-06-03T22:32:42.841" v="5158" actId="1038"/>
          <ac:picMkLst>
            <pc:docMk/>
            <pc:sldMk cId="3027939643" sldId="308"/>
            <ac:picMk id="10" creationId="{06DC6A34-CFE0-1C00-5871-1BDFEAD91B6D}"/>
          </ac:picMkLst>
        </pc:picChg>
        <pc:picChg chg="add mod ord">
          <ac:chgData name="Fabian Gutierrez" userId="cd3f08d5-9c8b-42a4-8255-4a0693b9fb32" providerId="ADAL" clId="{A082A1CD-474D-43CF-880D-7607D5E7ADD4}" dt="2025-06-03T22:50:36.708" v="5930" actId="12788"/>
          <ac:picMkLst>
            <pc:docMk/>
            <pc:sldMk cId="3027939643" sldId="308"/>
            <ac:picMk id="11" creationId="{892EF44B-77F2-1C10-A38E-C613FF2F41EA}"/>
          </ac:picMkLst>
        </pc:picChg>
      </pc:sldChg>
      <pc:sldChg chg="addSp modSp new mod ord setBg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4143928692" sldId="309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2" creationId="{F4A56F8F-C29A-83EE-4D9F-71724BC2C5E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3" creationId="{EE41C251-7D71-4B5B-2091-49EE335E33A9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143928692" sldId="309"/>
            <ac:spMk id="4" creationId="{64CD6F17-9EC9-9EA9-7535-B8192C4BB89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5" creationId="{1223A6E3-7BB6-7058-14AE-E650343C9533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143928692" sldId="309"/>
            <ac:spMk id="7" creationId="{9772B8E9-64F9-85F0-F1D5-D582AFCC1523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9" creationId="{D038248A-211C-4EEC-8401-C761B929FB52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11" creationId="{C30A849F-66D9-40C8-BEC8-35AFF8F4568F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143928692" sldId="309"/>
            <ac:spMk id="14" creationId="{74AEB45E-B965-46A0-8557-C646B5011B9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15" creationId="{921A22C7-11AD-44B0-9BF7-6E3A458215D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16" creationId="{87049D82-B7F3-4192-8337-4BDB16955E9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17" creationId="{24A7FAD9-577C-4D2E-A3B5-C6D0A39D47FD}"/>
          </ac:spMkLst>
        </pc:spChg>
        <pc:spChg chg="mod">
          <ac:chgData name="Fabian Gutierrez" userId="cd3f08d5-9c8b-42a4-8255-4a0693b9fb32" providerId="ADAL" clId="{A082A1CD-474D-43CF-880D-7607D5E7ADD4}" dt="2025-06-07T09:22:41.777" v="14981" actId="790"/>
          <ac:spMkLst>
            <pc:docMk/>
            <pc:sldMk cId="4143928692" sldId="309"/>
            <ac:spMk id="20" creationId="{7BE7B8C5-3FC9-47E9-B555-AFCB849A41E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21" creationId="{615B6EFE-6DC2-4A72-AC12-BCCC3638A650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143928692" sldId="309"/>
            <ac:spMk id="22" creationId="{AE8C1B65-6799-4DD1-B262-01901DA1266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143928692" sldId="309"/>
            <ac:spMk id="23" creationId="{03829674-8FAF-4E90-9FB7-C6CE17839B56}"/>
          </ac:spMkLst>
        </pc:spChg>
        <pc:grpChg chg="add">
          <ac:chgData name="Fabian Gutierrez" userId="cd3f08d5-9c8b-42a4-8255-4a0693b9fb32" providerId="ADAL" clId="{A082A1CD-474D-43CF-880D-7607D5E7ADD4}" dt="2025-06-03T22:58:05.967" v="6327" actId="26606"/>
          <ac:grpSpMkLst>
            <pc:docMk/>
            <pc:sldMk cId="4143928692" sldId="309"/>
            <ac:grpSpMk id="13" creationId="{04542298-A2B1-480F-A11C-A40EDD19B857}"/>
          </ac:grpSpMkLst>
        </pc:grpChg>
        <pc:grpChg chg="add">
          <ac:chgData name="Fabian Gutierrez" userId="cd3f08d5-9c8b-42a4-8255-4a0693b9fb32" providerId="ADAL" clId="{A082A1CD-474D-43CF-880D-7607D5E7ADD4}" dt="2025-06-03T22:58:05.967" v="6327" actId="26606"/>
          <ac:grpSpMkLst>
            <pc:docMk/>
            <pc:sldMk cId="4143928692" sldId="309"/>
            <ac:grpSpMk id="19" creationId="{2A5C9C35-2375-49EB-B99C-17C87D42FE7C}"/>
          </ac:grpSpMkLst>
        </pc:grpChg>
        <pc:picChg chg="add mod">
          <ac:chgData name="Fabian Gutierrez" userId="cd3f08d5-9c8b-42a4-8255-4a0693b9fb32" providerId="ADAL" clId="{A082A1CD-474D-43CF-880D-7607D5E7ADD4}" dt="2025-06-03T23:05:18.808" v="6433" actId="1076"/>
          <ac:picMkLst>
            <pc:docMk/>
            <pc:sldMk cId="4143928692" sldId="309"/>
            <ac:picMk id="6" creationId="{8602A8C4-1350-EEBD-2306-26A208D0FB7C}"/>
          </ac:picMkLst>
        </pc:picChg>
      </pc:sldChg>
      <pc:sldChg chg="addSp delSp modSp add mo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783365963" sldId="310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2" creationId="{C8EF319C-CE4E-D1B3-6653-B26E4680C726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783365963" sldId="310"/>
            <ac:spMk id="3" creationId="{B11A14F0-A9C5-8F20-FBC9-E05969D6E12C}"/>
          </ac:spMkLst>
        </pc:spChg>
        <pc:spChg chg="add mod">
          <ac:chgData name="Fabian Gutierrez" userId="cd3f08d5-9c8b-42a4-8255-4a0693b9fb32" providerId="ADAL" clId="{A082A1CD-474D-43CF-880D-7607D5E7ADD4}" dt="2025-06-06T11:44:41.766" v="11344" actId="12"/>
          <ac:spMkLst>
            <pc:docMk/>
            <pc:sldMk cId="2783365963" sldId="310"/>
            <ac:spMk id="5" creationId="{2FAF9534-0CAB-E189-C9A6-49C906B96761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6" creationId="{030DDFCC-BEE1-74FB-179A-6C9F0A906AB6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783365963" sldId="310"/>
            <ac:spMk id="8" creationId="{1967F564-A1EC-83FC-1075-B0393F41EED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11" creationId="{4A767582-EE81-F419-D932-1527C9B5C42D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2783365963" sldId="310"/>
            <ac:spMk id="29" creationId="{168AFB75-14E7-1033-BE6B-E662ECE9CEB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31" creationId="{76DBE228-DCAC-208E-ADBF-9B75C667D8D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34" creationId="{FEFBD90F-130E-D1F7-787D-D2FB615809E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35" creationId="{F79F3FDA-C776-4732-FDD0-995F4D139B5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36" creationId="{FDDA0C6D-6BA8-3DDB-9394-B4D3B86ECF7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37" creationId="{E7EAB0FD-D922-0D2D-625C-1D1174B10B0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40" creationId="{6D7FE2DB-D176-DC2C-507B-3AFAF4E0D28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783365963" sldId="310"/>
            <ac:spMk id="43" creationId="{4D92D76F-2413-98BE-E401-429326EBC627}"/>
          </ac:spMkLst>
        </pc:spChg>
        <pc:picChg chg="add mod">
          <ac:chgData name="Fabian Gutierrez" userId="cd3f08d5-9c8b-42a4-8255-4a0693b9fb32" providerId="ADAL" clId="{A082A1CD-474D-43CF-880D-7607D5E7ADD4}" dt="2025-06-07T09:35:53.333" v="15442" actId="1036"/>
          <ac:picMkLst>
            <pc:docMk/>
            <pc:sldMk cId="2783365963" sldId="310"/>
            <ac:picMk id="4" creationId="{64C85D46-7B30-99BB-134E-D4C7D943020B}"/>
          </ac:picMkLst>
        </pc:picChg>
        <pc:picChg chg="add mod">
          <ac:chgData name="Fabian Gutierrez" userId="cd3f08d5-9c8b-42a4-8255-4a0693b9fb32" providerId="ADAL" clId="{A082A1CD-474D-43CF-880D-7607D5E7ADD4}" dt="2025-06-07T09:32:55.675" v="15263" actId="14100"/>
          <ac:picMkLst>
            <pc:docMk/>
            <pc:sldMk cId="2783365963" sldId="310"/>
            <ac:picMk id="9" creationId="{8841E5BB-8A37-C6E0-96ED-FEE750F07A78}"/>
          </ac:picMkLst>
        </pc:picChg>
        <pc:picChg chg="add mod">
          <ac:chgData name="Fabian Gutierrez" userId="cd3f08d5-9c8b-42a4-8255-4a0693b9fb32" providerId="ADAL" clId="{A082A1CD-474D-43CF-880D-7607D5E7ADD4}" dt="2025-06-07T09:32:55.675" v="15263" actId="14100"/>
          <ac:picMkLst>
            <pc:docMk/>
            <pc:sldMk cId="2783365963" sldId="310"/>
            <ac:picMk id="10" creationId="{A26C34B9-DBE9-0448-3E90-083BB6549531}"/>
          </ac:picMkLst>
        </pc:picChg>
        <pc:picChg chg="add mod">
          <ac:chgData name="Fabian Gutierrez" userId="cd3f08d5-9c8b-42a4-8255-4a0693b9fb32" providerId="ADAL" clId="{A082A1CD-474D-43CF-880D-7607D5E7ADD4}" dt="2025-06-06T11:48:28.520" v="11396" actId="1038"/>
          <ac:picMkLst>
            <pc:docMk/>
            <pc:sldMk cId="2783365963" sldId="310"/>
            <ac:picMk id="12" creationId="{1B6A33A4-BAFE-399C-63DC-DC30FB016EBD}"/>
          </ac:picMkLst>
        </pc:picChg>
        <pc:picChg chg="add mod">
          <ac:chgData name="Fabian Gutierrez" userId="cd3f08d5-9c8b-42a4-8255-4a0693b9fb32" providerId="ADAL" clId="{A082A1CD-474D-43CF-880D-7607D5E7ADD4}" dt="2025-06-08T22:27:51.238" v="17040"/>
          <ac:picMkLst>
            <pc:docMk/>
            <pc:sldMk cId="2783365963" sldId="310"/>
            <ac:picMk id="14" creationId="{61949297-8197-028D-79D4-D59F8D55E073}"/>
          </ac:picMkLst>
        </pc:picChg>
        <pc:picChg chg="add mod">
          <ac:chgData name="Fabian Gutierrez" userId="cd3f08d5-9c8b-42a4-8255-4a0693b9fb32" providerId="ADAL" clId="{A082A1CD-474D-43CF-880D-7607D5E7ADD4}" dt="2025-06-06T11:46:02.731" v="11359" actId="14100"/>
          <ac:picMkLst>
            <pc:docMk/>
            <pc:sldMk cId="2783365963" sldId="310"/>
            <ac:picMk id="2050" creationId="{C7C3F464-64F1-EFD0-54F4-7365AA8A4734}"/>
          </ac:picMkLst>
        </pc:picChg>
        <pc:picChg chg="add mod">
          <ac:chgData name="Fabian Gutierrez" userId="cd3f08d5-9c8b-42a4-8255-4a0693b9fb32" providerId="ADAL" clId="{A082A1CD-474D-43CF-880D-7607D5E7ADD4}" dt="2025-06-06T11:45:42.643" v="11356" actId="1076"/>
          <ac:picMkLst>
            <pc:docMk/>
            <pc:sldMk cId="2783365963" sldId="310"/>
            <ac:picMk id="2052" creationId="{476E6FD4-22E4-1211-BDE0-295F9AEB2843}"/>
          </ac:picMkLst>
        </pc:picChg>
        <pc:picChg chg="add mod">
          <ac:chgData name="Fabian Gutierrez" userId="cd3f08d5-9c8b-42a4-8255-4a0693b9fb32" providerId="ADAL" clId="{A082A1CD-474D-43CF-880D-7607D5E7ADD4}" dt="2025-06-06T11:47:33.826" v="11385" actId="1036"/>
          <ac:picMkLst>
            <pc:docMk/>
            <pc:sldMk cId="2783365963" sldId="310"/>
            <ac:picMk id="2054" creationId="{DEC2B45C-5BDB-FCA1-392B-0247AD1A3788}"/>
          </ac:picMkLst>
        </pc:picChg>
        <pc:picChg chg="add mod">
          <ac:chgData name="Fabian Gutierrez" userId="cd3f08d5-9c8b-42a4-8255-4a0693b9fb32" providerId="ADAL" clId="{A082A1CD-474D-43CF-880D-7607D5E7ADD4}" dt="2025-06-06T11:48:13.886" v="11390" actId="1076"/>
          <ac:picMkLst>
            <pc:docMk/>
            <pc:sldMk cId="2783365963" sldId="310"/>
            <ac:picMk id="2060" creationId="{BD55E115-C642-998E-3298-26822F4E2523}"/>
          </ac:picMkLst>
        </pc:picChg>
        <pc:picChg chg="add mod">
          <ac:chgData name="Fabian Gutierrez" userId="cd3f08d5-9c8b-42a4-8255-4a0693b9fb32" providerId="ADAL" clId="{A082A1CD-474D-43CF-880D-7607D5E7ADD4}" dt="2025-06-06T11:48:23.743" v="11393" actId="1076"/>
          <ac:picMkLst>
            <pc:docMk/>
            <pc:sldMk cId="2783365963" sldId="310"/>
            <ac:picMk id="2064" creationId="{0765A03F-8CA7-66E7-98A3-3EC894BA4D09}"/>
          </ac:picMkLst>
        </pc:picChg>
      </pc:sldChg>
      <pc:sldChg chg="addSp delSp modSp add mo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595536868" sldId="311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2" creationId="{FB1A9E8F-96F5-FD56-1C54-FBE15C2E07E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3" creationId="{90A02FA7-678E-26D2-BF1C-2E977CB87E6A}"/>
          </ac:spMkLst>
        </pc:spChg>
        <pc:spChg chg="add mod">
          <ac:chgData name="Fabian Gutierrez" userId="cd3f08d5-9c8b-42a4-8255-4a0693b9fb32" providerId="ADAL" clId="{A082A1CD-474D-43CF-880D-7607D5E7ADD4}" dt="2025-06-07T09:50:03.190" v="15767" actId="20577"/>
          <ac:spMkLst>
            <pc:docMk/>
            <pc:sldMk cId="3595536868" sldId="311"/>
            <ac:spMk id="4" creationId="{EB39B6C8-49DE-4BB0-FD10-4276360E3D7D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6" creationId="{EBBFC460-884F-283B-8AC8-7359395DA16A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595536868" sldId="311"/>
            <ac:spMk id="7" creationId="{5CC88068-39EB-ED9C-33B3-69D764C82D5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8" creationId="{0BF33EDC-7124-E306-AE93-53B28242EB43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9" creationId="{63058A24-23A9-4627-76BA-705F2ACDDF4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11" creationId="{125C21F0-9F9C-07E6-9815-6743D987EB26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595536868" sldId="311"/>
            <ac:spMk id="29" creationId="{C2CA0132-7631-CD27-A067-CB79B37C735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31" creationId="{9524E905-07AE-064A-0F6F-67604D77593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34" creationId="{03FD4BCD-7F54-D796-B88B-22EAB62F75A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595536868" sldId="311"/>
            <ac:spMk id="35" creationId="{B0DF379C-18DD-1C2A-D7F1-E2AC6141B7D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36" creationId="{FB88572A-A816-B8DF-4644-CBF5DCCF53B6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595536868" sldId="311"/>
            <ac:spMk id="37" creationId="{D1D51C92-AE2C-7B7A-3BD7-AB7736753899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595536868" sldId="311"/>
            <ac:spMk id="40" creationId="{D4AA2916-0D2D-340F-8CED-2140101BE153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595536868" sldId="311"/>
            <ac:spMk id="41" creationId="{5A26463F-5FE8-AF74-6AEF-072E9253FCF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595536868" sldId="311"/>
            <ac:spMk id="42" creationId="{95DFE915-9350-31E8-7B41-8299C6A62B30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3595536868" sldId="311"/>
            <ac:spMk id="43" creationId="{C857E03E-66F9-5137-41E6-0D1EFD38C8A9}"/>
          </ac:spMkLst>
        </pc:spChg>
        <pc:picChg chg="add mod">
          <ac:chgData name="Fabian Gutierrez" userId="cd3f08d5-9c8b-42a4-8255-4a0693b9fb32" providerId="ADAL" clId="{A082A1CD-474D-43CF-880D-7607D5E7ADD4}" dt="2025-06-08T22:27:56.867" v="17042"/>
          <ac:picMkLst>
            <pc:docMk/>
            <pc:sldMk cId="3595536868" sldId="311"/>
            <ac:picMk id="10" creationId="{927DFEE3-2007-F856-CFBF-0624AC0A8463}"/>
          </ac:picMkLst>
        </pc:picChg>
        <pc:picChg chg="add mod">
          <ac:chgData name="Fabian Gutierrez" userId="cd3f08d5-9c8b-42a4-8255-4a0693b9fb32" providerId="ADAL" clId="{A082A1CD-474D-43CF-880D-7607D5E7ADD4}" dt="2025-06-05T05:59:51.164" v="9447" actId="1076"/>
          <ac:picMkLst>
            <pc:docMk/>
            <pc:sldMk cId="3595536868" sldId="311"/>
            <ac:picMk id="1026" creationId="{45E57300-E589-CCC2-3D7F-2E49E6FFD660}"/>
          </ac:picMkLst>
        </pc:picChg>
        <pc:picChg chg="add mod">
          <ac:chgData name="Fabian Gutierrez" userId="cd3f08d5-9c8b-42a4-8255-4a0693b9fb32" providerId="ADAL" clId="{A082A1CD-474D-43CF-880D-7607D5E7ADD4}" dt="2025-06-06T11:55:58.714" v="11585" actId="1076"/>
          <ac:picMkLst>
            <pc:docMk/>
            <pc:sldMk cId="3595536868" sldId="311"/>
            <ac:picMk id="3074" creationId="{040F59CA-0AE5-2498-DFA5-D2307181CA80}"/>
          </ac:picMkLst>
        </pc:picChg>
        <pc:picChg chg="add mod">
          <ac:chgData name="Fabian Gutierrez" userId="cd3f08d5-9c8b-42a4-8255-4a0693b9fb32" providerId="ADAL" clId="{A082A1CD-474D-43CF-880D-7607D5E7ADD4}" dt="2025-06-06T11:58:30.832" v="11592" actId="1076"/>
          <ac:picMkLst>
            <pc:docMk/>
            <pc:sldMk cId="3595536868" sldId="311"/>
            <ac:picMk id="3078" creationId="{2A68AD20-FD6E-1370-56A3-D11C4297DED3}"/>
          </ac:picMkLst>
        </pc:picChg>
        <pc:picChg chg="add mod">
          <ac:chgData name="Fabian Gutierrez" userId="cd3f08d5-9c8b-42a4-8255-4a0693b9fb32" providerId="ADAL" clId="{A082A1CD-474D-43CF-880D-7607D5E7ADD4}" dt="2025-06-09T09:10:54.423" v="19344" actId="1076"/>
          <ac:picMkLst>
            <pc:docMk/>
            <pc:sldMk cId="3595536868" sldId="311"/>
            <ac:picMk id="3080" creationId="{81E0A1F5-9B58-8080-CDF3-AA7C33CFC5B6}"/>
          </ac:picMkLst>
        </pc:picChg>
        <pc:picChg chg="add mod">
          <ac:chgData name="Fabian Gutierrez" userId="cd3f08d5-9c8b-42a4-8255-4a0693b9fb32" providerId="ADAL" clId="{A082A1CD-474D-43CF-880D-7607D5E7ADD4}" dt="2025-06-09T09:12:17.818" v="19383" actId="1036"/>
          <ac:picMkLst>
            <pc:docMk/>
            <pc:sldMk cId="3595536868" sldId="311"/>
            <ac:picMk id="3082" creationId="{9EA70D66-238B-FF7B-C656-1762DD9F58B9}"/>
          </ac:picMkLst>
        </pc:picChg>
      </pc:sldChg>
      <pc:sldChg chg="addSp delSp modSp add mo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857345248" sldId="312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2" creationId="{7A8E2D7C-DEE6-DDBF-07EC-39CB9178AA0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3" creationId="{92D00163-F58B-70DE-32BB-3E8A7CAAD4F4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857345248" sldId="312"/>
            <ac:spMk id="8" creationId="{4143CE84-C42A-849C-FA67-38C153342114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857345248" sldId="312"/>
            <ac:spMk id="9" creationId="{DB22C9F3-E038-1AB5-38C1-B43FE754A094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12" creationId="{CA2D3218-8BC2-C862-86DD-859396479D5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857345248" sldId="312"/>
            <ac:spMk id="29" creationId="{88395925-C8DB-604F-D1BA-E938095B0215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857345248" sldId="312"/>
            <ac:spMk id="31" creationId="{E0B2F842-EB52-9FF8-9DBD-8F82BC87C9C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34" creationId="{8A73F0DB-2CAE-0A37-4291-EFD46E55547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35" creationId="{A5B6D23D-41E1-FCC6-E0F5-3822A3C2A53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36" creationId="{37F1E310-96B3-90D2-D83E-C32D6ABCFCC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37" creationId="{547FBDEC-9636-9BA3-D14C-A445335BCD2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40" creationId="{6C39BE7B-CB1A-E5D6-6A9E-2659FB581B0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41" creationId="{ACBB004A-6A2B-4DED-7F53-55B1665E531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857345248" sldId="312"/>
            <ac:spMk id="42" creationId="{E65DE04B-CECD-A9DB-CA62-D6AEBB65F15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857345248" sldId="312"/>
            <ac:spMk id="43" creationId="{883469B7-28AD-CAC7-B156-6421C7991181}"/>
          </ac:spMkLst>
        </pc:spChg>
        <pc:picChg chg="add mod">
          <ac:chgData name="Fabian Gutierrez" userId="cd3f08d5-9c8b-42a4-8255-4a0693b9fb32" providerId="ADAL" clId="{A082A1CD-474D-43CF-880D-7607D5E7ADD4}" dt="2025-06-08T22:28:06.896" v="17044"/>
          <ac:picMkLst>
            <pc:docMk/>
            <pc:sldMk cId="857345248" sldId="312"/>
            <ac:picMk id="4" creationId="{80177D46-F487-E2D6-AC05-2F06B10846AE}"/>
          </ac:picMkLst>
        </pc:picChg>
        <pc:picChg chg="add mod">
          <ac:chgData name="Fabian Gutierrez" userId="cd3f08d5-9c8b-42a4-8255-4a0693b9fb32" providerId="ADAL" clId="{A082A1CD-474D-43CF-880D-7607D5E7ADD4}" dt="2025-06-03T23:46:46.807" v="7341" actId="1076"/>
          <ac:picMkLst>
            <pc:docMk/>
            <pc:sldMk cId="857345248" sldId="312"/>
            <ac:picMk id="7" creationId="{02740C5B-823B-BF26-5312-835968C21BCC}"/>
          </ac:picMkLst>
        </pc:picChg>
        <pc:cxnChg chg="add mod">
          <ac:chgData name="Fabian Gutierrez" userId="cd3f08d5-9c8b-42a4-8255-4a0693b9fb32" providerId="ADAL" clId="{A082A1CD-474D-43CF-880D-7607D5E7ADD4}" dt="2025-06-06T12:09:11.615" v="11681" actId="1037"/>
          <ac:cxnSpMkLst>
            <pc:docMk/>
            <pc:sldMk cId="857345248" sldId="312"/>
            <ac:cxnSpMk id="14" creationId="{4743618F-41DD-36A2-6448-C0D0A502B2A4}"/>
          </ac:cxnSpMkLst>
        </pc:cxnChg>
      </pc:sldChg>
      <pc:sldChg chg="addSp delSp modSp add mo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1252724761" sldId="313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2" creationId="{6B383002-4CA7-23E5-2A34-97D239F1DCD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3" creationId="{0A4CDAC1-BDA8-5221-C252-C7958E4ADF2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8" creationId="{CECD4555-43AE-C491-C4AA-8089C73AF29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11" creationId="{79062794-0B09-0720-8E43-450643FB733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252724761" sldId="313"/>
            <ac:spMk id="29" creationId="{9AC2E525-7EF5-E505-9615-6C366BA8450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31" creationId="{B2A2E00B-0DFC-9D68-CCCC-63AADEEF978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34" creationId="{1E5BE228-EADB-530C-B380-F03442E9FA5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35" creationId="{D02F926A-F58E-3E73-4179-F07A97215FC0}"/>
          </ac:spMkLst>
        </pc:spChg>
        <pc:spChg chg="mod">
          <ac:chgData name="Fabian Gutierrez" userId="cd3f08d5-9c8b-42a4-8255-4a0693b9fb32" providerId="ADAL" clId="{A082A1CD-474D-43CF-880D-7607D5E7ADD4}" dt="2025-06-04T00:02:37.974" v="7624" actId="790"/>
          <ac:spMkLst>
            <pc:docMk/>
            <pc:sldMk cId="1252724761" sldId="313"/>
            <ac:spMk id="36" creationId="{867D7D3C-BCE4-F5AD-1BBF-3C0AF1353DC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252724761" sldId="313"/>
            <ac:spMk id="37" creationId="{5CA1996C-E38C-AC43-D0D5-22E8AE365CC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40" creationId="{F1665A8A-EF7F-14D4-389D-EE2A79ACE52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41" creationId="{698725A4-FA70-C47B-75D2-BC65F8DAE8C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52724761" sldId="313"/>
            <ac:spMk id="42" creationId="{2E490D1D-9FEF-2EAA-DB7C-71A3B9545BD9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252724761" sldId="313"/>
            <ac:spMk id="43" creationId="{702DD017-5C6F-094C-4C08-9800B03319E7}"/>
          </ac:spMkLst>
        </pc:spChg>
        <pc:picChg chg="add mod">
          <ac:chgData name="Fabian Gutierrez" userId="cd3f08d5-9c8b-42a4-8255-4a0693b9fb32" providerId="ADAL" clId="{A082A1CD-474D-43CF-880D-7607D5E7ADD4}" dt="2025-06-07T09:49:14.110" v="15713" actId="1038"/>
          <ac:picMkLst>
            <pc:docMk/>
            <pc:sldMk cId="1252724761" sldId="313"/>
            <ac:picMk id="4" creationId="{504D5C8E-84AB-3184-CF16-22B6802F803C}"/>
          </ac:picMkLst>
        </pc:picChg>
        <pc:picChg chg="add mod">
          <ac:chgData name="Fabian Gutierrez" userId="cd3f08d5-9c8b-42a4-8255-4a0693b9fb32" providerId="ADAL" clId="{A082A1CD-474D-43CF-880D-7607D5E7ADD4}" dt="2025-06-08T22:28:28.227" v="17048"/>
          <ac:picMkLst>
            <pc:docMk/>
            <pc:sldMk cId="1252724761" sldId="313"/>
            <ac:picMk id="6" creationId="{89BC9F79-77A3-97C4-1E5F-A064AB494832}"/>
          </ac:picMkLst>
        </pc:picChg>
        <pc:picChg chg="add mod">
          <ac:chgData name="Fabian Gutierrez" userId="cd3f08d5-9c8b-42a4-8255-4a0693b9fb32" providerId="ADAL" clId="{A082A1CD-474D-43CF-880D-7607D5E7ADD4}" dt="2025-06-03T23:52:38.247" v="7510" actId="1038"/>
          <ac:picMkLst>
            <pc:docMk/>
            <pc:sldMk cId="1252724761" sldId="313"/>
            <ac:picMk id="3074" creationId="{443F3E42-036B-9FF7-EC8D-43B888C64E73}"/>
          </ac:picMkLst>
        </pc:picChg>
      </pc:sldChg>
      <pc:sldChg chg="addSp delSp modSp add mo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4258317933" sldId="314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2" creationId="{4DBE3E29-D96E-32C1-6815-EE6863F9392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3" creationId="{AA6654F7-2968-08E9-2DB0-F6EB8A3DC071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258317933" sldId="314"/>
            <ac:spMk id="8" creationId="{9899DBAF-8B0F-69DF-CBC2-73379CCD795A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258317933" sldId="314"/>
            <ac:spMk id="10" creationId="{ADB11705-FF3D-DF59-5C81-FEBCCB87524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13" creationId="{2FC13A31-D48C-E256-A6E8-C994A2E5464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29" creationId="{57D41AD1-457C-0D2E-396A-8E68D5256A1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31" creationId="{CF887033-628C-48F1-0F5C-457E8933AB6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34" creationId="{B185EFE2-114D-A9C3-E2E8-0B50A1D8254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35" creationId="{E64BA70B-4CEC-BF5B-73E7-FB3F08A53048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258317933" sldId="314"/>
            <ac:spMk id="36" creationId="{F84F6AAC-E543-CD00-4B4A-1927EDFB72E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37" creationId="{BD0B8DB9-AC72-31D1-4F72-25E43938A1E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40" creationId="{9E56D675-8D1B-E1CC-6E7C-E23A22909D40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258317933" sldId="314"/>
            <ac:spMk id="41" creationId="{12124E9D-AE10-027F-8A1D-508C069AF9D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258317933" sldId="314"/>
            <ac:spMk id="42" creationId="{DD51DCC7-D901-2672-A8D3-3DCC9715D670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258317933" sldId="314"/>
            <ac:spMk id="43" creationId="{EA4BEDE5-0374-E6ED-454D-68AE7A74E4EC}"/>
          </ac:spMkLst>
        </pc:spChg>
        <pc:picChg chg="add mod">
          <ac:chgData name="Fabian Gutierrez" userId="cd3f08d5-9c8b-42a4-8255-4a0693b9fb32" providerId="ADAL" clId="{A082A1CD-474D-43CF-880D-7607D5E7ADD4}" dt="2025-06-08T22:28:14.050" v="17046"/>
          <ac:picMkLst>
            <pc:docMk/>
            <pc:sldMk cId="4258317933" sldId="314"/>
            <ac:picMk id="4" creationId="{85B13A0A-48BF-CCCA-C214-D12E1451401F}"/>
          </ac:picMkLst>
        </pc:picChg>
        <pc:cxnChg chg="mod">
          <ac:chgData name="Fabian Gutierrez" userId="cd3f08d5-9c8b-42a4-8255-4a0693b9fb32" providerId="ADAL" clId="{A082A1CD-474D-43CF-880D-7607D5E7ADD4}" dt="2025-06-06T12:09:24.747" v="11770" actId="1037"/>
          <ac:cxnSpMkLst>
            <pc:docMk/>
            <pc:sldMk cId="4258317933" sldId="314"/>
            <ac:cxnSpMk id="16" creationId="{D29EEB41-D848-F32B-10AB-A43B9D6EDA59}"/>
          </ac:cxnSpMkLst>
        </pc:cxnChg>
      </pc:sldChg>
      <pc:sldChg chg="addSp delSp modSp new mod ord setBg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662051044" sldId="315"/>
        </pc:sldMkLst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662051044" sldId="315"/>
            <ac:spMk id="2" creationId="{CFA40B1F-2862-5A3B-09AF-1E2C1D7149A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3" creationId="{5B18477D-71B7-A851-C1D6-F3691A415DD9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662051044" sldId="315"/>
            <ac:spMk id="4" creationId="{CBA23D50-3D6D-7B68-47F2-F994DCAF1EC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9" creationId="{4BC99CB9-DDAD-44A2-8A1C-E3AF4E72DF5C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11" creationId="{64053CBF-3932-45FF-8285-EE5146085F3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14" creationId="{2625A013-D9BE-43C4-AF21-6F2B003EFBE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15" creationId="{F7875715-EC2E-457F-851D-F6C817685FE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17" creationId="{00603498-5DFE-4D26-BFB5-C9269C9BDB0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20" creationId="{62F7819D-2B89-4D80-A1C3-8B318116BAA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21" creationId="{B7065990-2350-41B3-858B-20EF8744F26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22" creationId="{58DA7EC7-CAA0-4665-AA29-BFBA806ECAB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662051044" sldId="315"/>
            <ac:spMk id="23" creationId="{B1132A14-489F-4CED-B626-2A1711C987C2}"/>
          </ac:spMkLst>
        </pc:spChg>
        <pc:grpChg chg="add">
          <ac:chgData name="Fabian Gutierrez" userId="cd3f08d5-9c8b-42a4-8255-4a0693b9fb32" providerId="ADAL" clId="{A082A1CD-474D-43CF-880D-7607D5E7ADD4}" dt="2025-06-03T23:55:09.236" v="7525" actId="26606"/>
          <ac:grpSpMkLst>
            <pc:docMk/>
            <pc:sldMk cId="2662051044" sldId="315"/>
            <ac:grpSpMk id="13" creationId="{2E751C04-BEA6-446B-A678-9C74819EBD4C}"/>
          </ac:grpSpMkLst>
        </pc:grpChg>
        <pc:grpChg chg="add">
          <ac:chgData name="Fabian Gutierrez" userId="cd3f08d5-9c8b-42a4-8255-4a0693b9fb32" providerId="ADAL" clId="{A082A1CD-474D-43CF-880D-7607D5E7ADD4}" dt="2025-06-03T23:55:09.236" v="7525" actId="26606"/>
          <ac:grpSpMkLst>
            <pc:docMk/>
            <pc:sldMk cId="2662051044" sldId="315"/>
            <ac:grpSpMk id="19" creationId="{B63ACBA3-DEFD-4C6D-BBA0-64468FA99C2D}"/>
          </ac:grpSpMkLst>
        </pc:grpChg>
        <pc:picChg chg="add mod">
          <ac:chgData name="Fabian Gutierrez" userId="cd3f08d5-9c8b-42a4-8255-4a0693b9fb32" providerId="ADAL" clId="{A082A1CD-474D-43CF-880D-7607D5E7ADD4}" dt="2025-06-09T09:16:16.567" v="19492" actId="1038"/>
          <ac:picMkLst>
            <pc:docMk/>
            <pc:sldMk cId="2662051044" sldId="315"/>
            <ac:picMk id="7" creationId="{E8FDCE91-B690-53A0-B5F0-D7B3EDD4FBB1}"/>
          </ac:picMkLst>
        </pc:picChg>
      </pc:sldChg>
      <pc:sldChg chg="addSp delSp modSp add mod or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218120759" sldId="316"/>
        </pc:sldMkLst>
        <pc:spChg chg="mod">
          <ac:chgData name="Fabian Gutierrez" userId="cd3f08d5-9c8b-42a4-8255-4a0693b9fb32" providerId="ADAL" clId="{A082A1CD-474D-43CF-880D-7607D5E7ADD4}" dt="2025-06-07T10:08:08.439" v="16198" actId="1037"/>
          <ac:spMkLst>
            <pc:docMk/>
            <pc:sldMk cId="2218120759" sldId="316"/>
            <ac:spMk id="4" creationId="{AA29C2B7-1721-3216-F0B6-FBD472344DA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6" creationId="{C82B5F61-3BCA-B915-E964-260BAFC0FEA7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18120759" sldId="316"/>
            <ac:spMk id="7" creationId="{07EBD7FB-705F-DBD8-71AB-903FDF23A40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11" creationId="{F91FCBCC-0B84-2F6A-54A8-B8553264D87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13" creationId="{F595FB2E-DD93-188F-BCF6-C10E0EA5DE9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18" creationId="{1941DE9D-F050-9190-C2E2-9D539F0716AF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18120759" sldId="316"/>
            <ac:spMk id="19" creationId="{F0F1A37A-9436-89C1-6407-8F1AB724E6BB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18120759" sldId="316"/>
            <ac:spMk id="20" creationId="{041E37BE-7400-4C47-B1C7-70E0EC797A7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22" creationId="{71EA83A0-4402-9E31-44D2-FC111B3C7A5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23" creationId="{214F7FA2-63B8-38B4-280E-3F85CDF3957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24" creationId="{02CCB324-D4B6-FEA6-1539-F25451347052}"/>
          </ac:spMkLst>
        </pc:spChg>
        <pc:spChg chg="add del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218120759" sldId="316"/>
            <ac:spMk id="26" creationId="{2901077D-00FE-61D6-6852-91D08E11ECEA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28" creationId="{22E07606-A66C-469A-D710-F5C6DE3CD744}"/>
          </ac:spMkLst>
        </pc:spChg>
        <pc:spChg chg="add mod">
          <ac:chgData name="Fabian Gutierrez" userId="cd3f08d5-9c8b-42a4-8255-4a0693b9fb32" providerId="ADAL" clId="{A082A1CD-474D-43CF-880D-7607D5E7ADD4}" dt="2025-06-08T23:19:24.714" v="17832" actId="1037"/>
          <ac:spMkLst>
            <pc:docMk/>
            <pc:sldMk cId="2218120759" sldId="316"/>
            <ac:spMk id="29" creationId="{57FA0386-DCE3-17DC-110C-D3008E723944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30" creationId="{1EF0DB01-E30B-1AFB-8D80-0A2E2756E937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218120759" sldId="316"/>
            <ac:spMk id="32" creationId="{DA59CCDC-BFC4-CB66-F7AD-1921F1065937}"/>
          </ac:spMkLst>
        </pc:spChg>
        <pc:picChg chg="add mod">
          <ac:chgData name="Fabian Gutierrez" userId="cd3f08d5-9c8b-42a4-8255-4a0693b9fb32" providerId="ADAL" clId="{A082A1CD-474D-43CF-880D-7607D5E7ADD4}" dt="2025-06-08T23:19:24.714" v="17832" actId="1037"/>
          <ac:picMkLst>
            <pc:docMk/>
            <pc:sldMk cId="2218120759" sldId="316"/>
            <ac:picMk id="2" creationId="{62DD3292-EB26-4D70-B309-C362BD30EB61}"/>
          </ac:picMkLst>
        </pc:picChg>
        <pc:picChg chg="add mod">
          <ac:chgData name="Fabian Gutierrez" userId="cd3f08d5-9c8b-42a4-8255-4a0693b9fb32" providerId="ADAL" clId="{A082A1CD-474D-43CF-880D-7607D5E7ADD4}" dt="2025-06-08T23:19:24.714" v="17832" actId="1037"/>
          <ac:picMkLst>
            <pc:docMk/>
            <pc:sldMk cId="2218120759" sldId="316"/>
            <ac:picMk id="3" creationId="{B407E379-B073-EB3E-5BAA-FF4CB04B2AA9}"/>
          </ac:picMkLst>
        </pc:picChg>
        <pc:picChg chg="add mod">
          <ac:chgData name="Fabian Gutierrez" userId="cd3f08d5-9c8b-42a4-8255-4a0693b9fb32" providerId="ADAL" clId="{A082A1CD-474D-43CF-880D-7607D5E7ADD4}" dt="2025-06-08T22:29:39.822" v="17058"/>
          <ac:picMkLst>
            <pc:docMk/>
            <pc:sldMk cId="2218120759" sldId="316"/>
            <ac:picMk id="27" creationId="{8731C631-E920-29A1-073A-B197913DD864}"/>
          </ac:picMkLst>
        </pc:picChg>
        <pc:picChg chg="add mod">
          <ac:chgData name="Fabian Gutierrez" userId="cd3f08d5-9c8b-42a4-8255-4a0693b9fb32" providerId="ADAL" clId="{A082A1CD-474D-43CF-880D-7607D5E7ADD4}" dt="2025-06-04T20:57:54.034" v="7875" actId="1038"/>
          <ac:picMkLst>
            <pc:docMk/>
            <pc:sldMk cId="2218120759" sldId="316"/>
            <ac:picMk id="1028" creationId="{9F1E57FE-5EED-7126-C4B0-62A14B254B65}"/>
          </ac:picMkLst>
        </pc:picChg>
        <pc:picChg chg="add del mod">
          <ac:chgData name="Fabian Gutierrez" userId="cd3f08d5-9c8b-42a4-8255-4a0693b9fb32" providerId="ADAL" clId="{A082A1CD-474D-43CF-880D-7607D5E7ADD4}" dt="2025-06-08T23:19:22.796" v="17829" actId="1037"/>
          <ac:picMkLst>
            <pc:docMk/>
            <pc:sldMk cId="2218120759" sldId="316"/>
            <ac:picMk id="1032" creationId="{165B3CAA-C477-BF50-885D-4E91B86A23FD}"/>
          </ac:picMkLst>
        </pc:picChg>
        <pc:picChg chg="add mod">
          <ac:chgData name="Fabian Gutierrez" userId="cd3f08d5-9c8b-42a4-8255-4a0693b9fb32" providerId="ADAL" clId="{A082A1CD-474D-43CF-880D-7607D5E7ADD4}" dt="2025-06-08T23:19:22.796" v="17829" actId="1037"/>
          <ac:picMkLst>
            <pc:docMk/>
            <pc:sldMk cId="2218120759" sldId="316"/>
            <ac:picMk id="1038" creationId="{0C4ED6AF-585B-64DE-1D01-4EF35B19EE80}"/>
          </ac:picMkLst>
        </pc:picChg>
        <pc:picChg chg="add mod">
          <ac:chgData name="Fabian Gutierrez" userId="cd3f08d5-9c8b-42a4-8255-4a0693b9fb32" providerId="ADAL" clId="{A082A1CD-474D-43CF-880D-7607D5E7ADD4}" dt="2025-06-08T23:19:21.462" v="17827" actId="1035"/>
          <ac:picMkLst>
            <pc:docMk/>
            <pc:sldMk cId="2218120759" sldId="316"/>
            <ac:picMk id="7170" creationId="{D898F344-8953-FFAF-4678-5C1AAE9E45E9}"/>
          </ac:picMkLst>
        </pc:picChg>
        <pc:cxnChg chg="add mod">
          <ac:chgData name="Fabian Gutierrez" userId="cd3f08d5-9c8b-42a4-8255-4a0693b9fb32" providerId="ADAL" clId="{A082A1CD-474D-43CF-880D-7607D5E7ADD4}" dt="2025-06-08T23:19:24.714" v="17832" actId="1037"/>
          <ac:cxnSpMkLst>
            <pc:docMk/>
            <pc:sldMk cId="2218120759" sldId="316"/>
            <ac:cxnSpMk id="9" creationId="{869947DE-F5F2-C288-5B66-E81D2EF313F5}"/>
          </ac:cxnSpMkLst>
        </pc:cxnChg>
        <pc:cxnChg chg="add mod">
          <ac:chgData name="Fabian Gutierrez" userId="cd3f08d5-9c8b-42a4-8255-4a0693b9fb32" providerId="ADAL" clId="{A082A1CD-474D-43CF-880D-7607D5E7ADD4}" dt="2025-06-08T23:19:24.714" v="17832" actId="1037"/>
          <ac:cxnSpMkLst>
            <pc:docMk/>
            <pc:sldMk cId="2218120759" sldId="316"/>
            <ac:cxnSpMk id="10" creationId="{816CDCFB-C593-79FA-D5DF-BE56F7DFB304}"/>
          </ac:cxnSpMkLst>
        </pc:cxnChg>
      </pc:sldChg>
      <pc:sldChg chg="addSp delSp modSp add mod ord modAnim">
        <pc:chgData name="Fabian Gutierrez" userId="cd3f08d5-9c8b-42a4-8255-4a0693b9fb32" providerId="ADAL" clId="{A082A1CD-474D-43CF-880D-7607D5E7ADD4}" dt="2025-06-10T21:07:44.951" v="20771"/>
        <pc:sldMkLst>
          <pc:docMk/>
          <pc:sldMk cId="1481558800" sldId="317"/>
        </pc:sldMkLst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481558800" sldId="317"/>
            <ac:spMk id="2" creationId="{146CFC73-2D67-A041-3D93-3C49E602217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3" creationId="{8D1E78CC-7BB6-42AA-20BB-21DDD099CC94}"/>
          </ac:spMkLst>
        </pc:spChg>
        <pc:spChg chg="mod">
          <ac:chgData name="Fabian Gutierrez" userId="cd3f08d5-9c8b-42a4-8255-4a0693b9fb32" providerId="ADAL" clId="{A082A1CD-474D-43CF-880D-7607D5E7ADD4}" dt="2025-06-07T09:54:43.524" v="15861" actId="20577"/>
          <ac:spMkLst>
            <pc:docMk/>
            <pc:sldMk cId="1481558800" sldId="317"/>
            <ac:spMk id="4" creationId="{F4904F5D-4999-16FF-F567-892F04F9B1C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6" creationId="{AE5C42BC-C089-477C-9C72-C66D29F070F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7" creationId="{43A43B9A-24F2-8BF2-43B5-78C56847922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13" creationId="{A0DF1090-B18A-F641-7AAE-DE68AFD4F40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16" creationId="{3D2A8FB5-204C-F59D-13CC-034744736CF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17" creationId="{B05A520E-E14B-0717-E98C-0F8190FF6157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481558800" sldId="317"/>
            <ac:spMk id="18" creationId="{8A1A8D52-9F0A-C0A8-BC19-823BE86EFB8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19" creationId="{A55D7FF1-9270-9E6C-3A7F-EE48BE4662E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23" creationId="{7DA77D42-4A7C-1CF7-EA15-7A956519D9C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24" creationId="{D15FB8B0-9EEB-D182-44DF-F87DC114606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481558800" sldId="317"/>
            <ac:spMk id="25" creationId="{11F62712-21E0-64E1-6613-F06FB2049C5F}"/>
          </ac:spMkLst>
        </pc:spChg>
        <pc:picChg chg="add mod">
          <ac:chgData name="Fabian Gutierrez" userId="cd3f08d5-9c8b-42a4-8255-4a0693b9fb32" providerId="ADAL" clId="{A082A1CD-474D-43CF-880D-7607D5E7ADD4}" dt="2025-06-08T22:29:33.069" v="17056"/>
          <ac:picMkLst>
            <pc:docMk/>
            <pc:sldMk cId="1481558800" sldId="317"/>
            <ac:picMk id="9" creationId="{FFA6BBD1-0C32-D6F6-B7A2-0DD701C4A87A}"/>
          </ac:picMkLst>
        </pc:picChg>
        <pc:picChg chg="add mod">
          <ac:chgData name="Fabian Gutierrez" userId="cd3f08d5-9c8b-42a4-8255-4a0693b9fb32" providerId="ADAL" clId="{A082A1CD-474D-43CF-880D-7607D5E7ADD4}" dt="2025-06-04T21:20:39.790" v="8217" actId="1076"/>
          <ac:picMkLst>
            <pc:docMk/>
            <pc:sldMk cId="1481558800" sldId="317"/>
            <ac:picMk id="12" creationId="{6292A20E-2459-5A96-222D-68F55A5ED40A}"/>
          </ac:picMkLst>
        </pc:picChg>
        <pc:picChg chg="add mod">
          <ac:chgData name="Fabian Gutierrez" userId="cd3f08d5-9c8b-42a4-8255-4a0693b9fb32" providerId="ADAL" clId="{A082A1CD-474D-43CF-880D-7607D5E7ADD4}" dt="2025-06-06T12:29:02.681" v="12364" actId="1036"/>
          <ac:picMkLst>
            <pc:docMk/>
            <pc:sldMk cId="1481558800" sldId="317"/>
            <ac:picMk id="14" creationId="{A4FD414A-E34F-8663-0747-F023FAADB21C}"/>
          </ac:picMkLst>
        </pc:picChg>
        <pc:picChg chg="add mod">
          <ac:chgData name="Fabian Gutierrez" userId="cd3f08d5-9c8b-42a4-8255-4a0693b9fb32" providerId="ADAL" clId="{A082A1CD-474D-43CF-880D-7607D5E7ADD4}" dt="2025-06-06T12:29:02.681" v="12364" actId="1036"/>
          <ac:picMkLst>
            <pc:docMk/>
            <pc:sldMk cId="1481558800" sldId="317"/>
            <ac:picMk id="20" creationId="{CA030F03-38C7-6CD6-56DF-16A72BA2B0A4}"/>
          </ac:picMkLst>
        </pc:picChg>
        <pc:picChg chg="add mod">
          <ac:chgData name="Fabian Gutierrez" userId="cd3f08d5-9c8b-42a4-8255-4a0693b9fb32" providerId="ADAL" clId="{A082A1CD-474D-43CF-880D-7607D5E7ADD4}" dt="2025-06-06T12:29:02.681" v="12364" actId="1036"/>
          <ac:picMkLst>
            <pc:docMk/>
            <pc:sldMk cId="1481558800" sldId="317"/>
            <ac:picMk id="2052" creationId="{7F5441B8-1FB6-2FA9-0D30-5DC1138C0900}"/>
          </ac:picMkLst>
        </pc:picChg>
      </pc:sldChg>
      <pc:sldChg chg="addSp delSp modSp add mo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774333560" sldId="318"/>
        </pc:sldMkLst>
        <pc:spChg chg="mod">
          <ac:chgData name="Fabian Gutierrez" userId="cd3f08d5-9c8b-42a4-8255-4a0693b9fb32" providerId="ADAL" clId="{A082A1CD-474D-43CF-880D-7607D5E7ADD4}" dt="2025-06-06T12:41:11.237" v="12640" actId="27636"/>
          <ac:spMkLst>
            <pc:docMk/>
            <pc:sldMk cId="3774333560" sldId="318"/>
            <ac:spMk id="4" creationId="{D7419C90-32E4-5A17-62D6-3FEA9BBB1B7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7" creationId="{2E2C7600-CFA9-831F-B334-DB3391169F7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11" creationId="{F7933A1C-FA53-20AD-670F-C9DD7B44D4D1}"/>
          </ac:spMkLst>
        </pc:spChg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774333560" sldId="318"/>
            <ac:spMk id="12" creationId="{27F03C20-2979-43CB-8333-1DD9A950147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13" creationId="{B376F6B2-BC88-3027-E544-F071B3338511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774333560" sldId="318"/>
            <ac:spMk id="16" creationId="{F994C207-975F-D7F4-921D-AFDFF447BAE4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774333560" sldId="318"/>
            <ac:spMk id="17" creationId="{7E876D2F-4B92-F475-91BC-B2E561524BA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18" creationId="{973A4FF7-BF2D-5FAC-7A1D-FE48EC33F6D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19" creationId="{D7251181-9D35-53BD-3BAC-471A030EA5B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22" creationId="{E06A8B94-3AB7-4FD9-4B6D-4CF479CDE2A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23" creationId="{0B44FD90-FFAE-490A-9592-1C1AC21F0D5A}"/>
          </ac:spMkLst>
        </pc:spChg>
        <pc:spChg chg="mod">
          <ac:chgData name="Fabian Gutierrez" userId="cd3f08d5-9c8b-42a4-8255-4a0693b9fb32" providerId="ADAL" clId="{A082A1CD-474D-43CF-880D-7607D5E7ADD4}" dt="2025-06-08T22:37:09.920" v="17146" actId="790"/>
          <ac:spMkLst>
            <pc:docMk/>
            <pc:sldMk cId="3774333560" sldId="318"/>
            <ac:spMk id="24" creationId="{510458CD-5FBA-4769-9D15-BC232355246C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774333560" sldId="318"/>
            <ac:spMk id="26" creationId="{8E6B2F44-759B-0323-58E1-78C2580638B6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27" creationId="{200C0D1F-3B3E-807D-E717-3D224916D791}"/>
          </ac:spMkLst>
        </pc:spChg>
        <pc:spChg chg="mod">
          <ac:chgData name="Fabian Gutierrez" userId="cd3f08d5-9c8b-42a4-8255-4a0693b9fb32" providerId="ADAL" clId="{A082A1CD-474D-43CF-880D-7607D5E7ADD4}" dt="2025-06-08T22:21:52.390" v="16559" actId="1035"/>
          <ac:spMkLst>
            <pc:docMk/>
            <pc:sldMk cId="3774333560" sldId="318"/>
            <ac:spMk id="28" creationId="{686F8FE1-2146-33CD-2345-C51D54686288}"/>
          </ac:spMkLst>
        </pc:spChg>
        <pc:spChg chg="add del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29" creationId="{14A5039E-E6E0-DFDB-3E46-80A75BC9EAB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774333560" sldId="318"/>
            <ac:spMk id="30" creationId="{CEF92937-E8D1-778B-A0A2-9BA9DE2E3BA9}"/>
          </ac:spMkLst>
        </pc:spChg>
        <pc:picChg chg="add mod">
          <ac:chgData name="Fabian Gutierrez" userId="cd3f08d5-9c8b-42a4-8255-4a0693b9fb32" providerId="ADAL" clId="{A082A1CD-474D-43CF-880D-7607D5E7ADD4}" dt="2025-06-08T22:21:52.390" v="16559" actId="1035"/>
          <ac:picMkLst>
            <pc:docMk/>
            <pc:sldMk cId="3774333560" sldId="318"/>
            <ac:picMk id="2" creationId="{C1226286-49CD-ADC6-C196-4E146FC36367}"/>
          </ac:picMkLst>
        </pc:picChg>
        <pc:picChg chg="add mod">
          <ac:chgData name="Fabian Gutierrez" userId="cd3f08d5-9c8b-42a4-8255-4a0693b9fb32" providerId="ADAL" clId="{A082A1CD-474D-43CF-880D-7607D5E7ADD4}" dt="2025-06-08T22:30:44.382" v="17062"/>
          <ac:picMkLst>
            <pc:docMk/>
            <pc:sldMk cId="3774333560" sldId="318"/>
            <ac:picMk id="10" creationId="{9425E4EF-FF6C-29E9-EEB2-8DD91A9BCC50}"/>
          </ac:picMkLst>
        </pc:picChg>
        <pc:picChg chg="add mod">
          <ac:chgData name="Fabian Gutierrez" userId="cd3f08d5-9c8b-42a4-8255-4a0693b9fb32" providerId="ADAL" clId="{A082A1CD-474D-43CF-880D-7607D5E7ADD4}" dt="2025-06-08T23:19:38.466" v="17844"/>
          <ac:picMkLst>
            <pc:docMk/>
            <pc:sldMk cId="3774333560" sldId="318"/>
            <ac:picMk id="14" creationId="{59009545-565B-7F1B-D568-8D216F4E2C6C}"/>
          </ac:picMkLst>
        </pc:picChg>
        <pc:picChg chg="add mod">
          <ac:chgData name="Fabian Gutierrez" userId="cd3f08d5-9c8b-42a4-8255-4a0693b9fb32" providerId="ADAL" clId="{A082A1CD-474D-43CF-880D-7607D5E7ADD4}" dt="2025-06-09T07:20:36.526" v="18514" actId="14100"/>
          <ac:picMkLst>
            <pc:docMk/>
            <pc:sldMk cId="3774333560" sldId="318"/>
            <ac:picMk id="20" creationId="{88E3C919-C5DB-315A-0875-33A596DBA586}"/>
          </ac:picMkLst>
        </pc:picChg>
        <pc:picChg chg="add del mod">
          <ac:chgData name="Fabian Gutierrez" userId="cd3f08d5-9c8b-42a4-8255-4a0693b9fb32" providerId="ADAL" clId="{A082A1CD-474D-43CF-880D-7607D5E7ADD4}" dt="2025-06-08T23:19:27.608" v="17837" actId="21"/>
          <ac:picMkLst>
            <pc:docMk/>
            <pc:sldMk cId="3774333560" sldId="318"/>
            <ac:picMk id="3074" creationId="{E338DB26-D950-092D-23CA-D55ACB64B5AC}"/>
          </ac:picMkLst>
        </pc:picChg>
        <pc:picChg chg="add mod">
          <ac:chgData name="Fabian Gutierrez" userId="cd3f08d5-9c8b-42a4-8255-4a0693b9fb32" providerId="ADAL" clId="{A082A1CD-474D-43CF-880D-7607D5E7ADD4}" dt="2025-06-08T23:22:55.684" v="17864" actId="1035"/>
          <ac:picMkLst>
            <pc:docMk/>
            <pc:sldMk cId="3774333560" sldId="318"/>
            <ac:picMk id="6146" creationId="{981874E1-198D-C040-4C5F-DA72A826EF05}"/>
          </ac:picMkLst>
        </pc:picChg>
        <pc:cxnChg chg="add mod">
          <ac:chgData name="Fabian Gutierrez" userId="cd3f08d5-9c8b-42a4-8255-4a0693b9fb32" providerId="ADAL" clId="{A082A1CD-474D-43CF-880D-7607D5E7ADD4}" dt="2025-06-09T07:22:26.384" v="18605" actId="13822"/>
          <ac:cxnSpMkLst>
            <pc:docMk/>
            <pc:sldMk cId="3774333560" sldId="318"/>
            <ac:cxnSpMk id="33" creationId="{3F971F5A-9A6E-6967-D389-C81E43E39082}"/>
          </ac:cxnSpMkLst>
        </pc:cxnChg>
        <pc:cxnChg chg="add mod">
          <ac:chgData name="Fabian Gutierrez" userId="cd3f08d5-9c8b-42a4-8255-4a0693b9fb32" providerId="ADAL" clId="{A082A1CD-474D-43CF-880D-7607D5E7ADD4}" dt="2025-06-09T07:22:37.258" v="18608" actId="14100"/>
          <ac:cxnSpMkLst>
            <pc:docMk/>
            <pc:sldMk cId="3774333560" sldId="318"/>
            <ac:cxnSpMk id="34" creationId="{A1DAED86-AC40-93C0-A40F-8CB7BF69C5C7}"/>
          </ac:cxnSpMkLst>
        </pc:cxnChg>
        <pc:cxnChg chg="add mod">
          <ac:chgData name="Fabian Gutierrez" userId="cd3f08d5-9c8b-42a4-8255-4a0693b9fb32" providerId="ADAL" clId="{A082A1CD-474D-43CF-880D-7607D5E7ADD4}" dt="2025-06-09T07:22:44.968" v="18611" actId="14100"/>
          <ac:cxnSpMkLst>
            <pc:docMk/>
            <pc:sldMk cId="3774333560" sldId="318"/>
            <ac:cxnSpMk id="37" creationId="{297E9484-7A3B-6129-A616-AEACF9B1F0FB}"/>
          </ac:cxnSpMkLst>
        </pc:cxnChg>
      </pc:sldChg>
      <pc:sldChg chg="addSp delSp modSp add mod modAnim">
        <pc:chgData name="Fabian Gutierrez" userId="cd3f08d5-9c8b-42a4-8255-4a0693b9fb32" providerId="ADAL" clId="{A082A1CD-474D-43CF-880D-7607D5E7ADD4}" dt="2025-06-17T11:36:06.713" v="20824" actId="14100"/>
        <pc:sldMkLst>
          <pc:docMk/>
          <pc:sldMk cId="1272848117" sldId="319"/>
        </pc:sldMkLst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3" creationId="{7D5EDA38-7EC6-BAC7-10F0-0FCAC49F62A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6" creationId="{D42B2866-2754-46F9-8F22-AEC2F58E5A8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7" creationId="{60F1826B-F138-372E-4101-F07C17DB0A1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11" creationId="{955AE7B0-85F7-E30B-582F-AC5DC135FEF8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272848117" sldId="319"/>
            <ac:spMk id="13" creationId="{ED8A53EF-9F08-728D-CFFC-0D505C49F76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16" creationId="{6F15033A-89EF-6A8E-16E9-1048D03669EB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272848117" sldId="319"/>
            <ac:spMk id="17" creationId="{24B3EBFA-5611-BC91-9C1A-82DA8EC338A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18" creationId="{D158E21E-92CB-7A12-8285-1E7E8BFD9D8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25" creationId="{0BA23B37-340C-DF2A-8FD7-BDBA3ED09E5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26" creationId="{243E6E75-C7C2-8E92-DDE0-6B4784F2832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29" creationId="{1E5ECB44-D6C3-4E14-DF17-1F0F010C88D5}"/>
          </ac:spMkLst>
        </pc:spChg>
        <pc:spChg chg="mod">
          <ac:chgData name="Fabian Gutierrez" userId="cd3f08d5-9c8b-42a4-8255-4a0693b9fb32" providerId="ADAL" clId="{A082A1CD-474D-43CF-880D-7607D5E7ADD4}" dt="2025-06-17T11:36:06.713" v="20824" actId="14100"/>
          <ac:spMkLst>
            <pc:docMk/>
            <pc:sldMk cId="1272848117" sldId="319"/>
            <ac:spMk id="30" creationId="{79E21871-5399-D554-AD04-1E2F8D258C8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272848117" sldId="319"/>
            <ac:spMk id="32" creationId="{A5A19B74-B9CA-3F94-8F8D-42A3FAB0569E}"/>
          </ac:spMkLst>
        </pc:spChg>
        <pc:picChg chg="add mod">
          <ac:chgData name="Fabian Gutierrez" userId="cd3f08d5-9c8b-42a4-8255-4a0693b9fb32" providerId="ADAL" clId="{A082A1CD-474D-43CF-880D-7607D5E7ADD4}" dt="2025-06-08T22:20:04.965" v="16510" actId="1038"/>
          <ac:picMkLst>
            <pc:docMk/>
            <pc:sldMk cId="1272848117" sldId="319"/>
            <ac:picMk id="2" creationId="{32F9CC5D-657F-E434-0E7B-ABC93B521D39}"/>
          </ac:picMkLst>
        </pc:picChg>
        <pc:picChg chg="add mod">
          <ac:chgData name="Fabian Gutierrez" userId="cd3f08d5-9c8b-42a4-8255-4a0693b9fb32" providerId="ADAL" clId="{A082A1CD-474D-43CF-880D-7607D5E7ADD4}" dt="2025-06-08T22:30:30.463" v="17060"/>
          <ac:picMkLst>
            <pc:docMk/>
            <pc:sldMk cId="1272848117" sldId="319"/>
            <ac:picMk id="5" creationId="{EE6795E3-7718-0082-4A59-BE4B92D7A184}"/>
          </ac:picMkLst>
        </pc:picChg>
        <pc:picChg chg="add mod">
          <ac:chgData name="Fabian Gutierrez" userId="cd3f08d5-9c8b-42a4-8255-4a0693b9fb32" providerId="ADAL" clId="{A082A1CD-474D-43CF-880D-7607D5E7ADD4}" dt="2025-06-08T22:17:09.021" v="16391" actId="1038"/>
          <ac:picMkLst>
            <pc:docMk/>
            <pc:sldMk cId="1272848117" sldId="319"/>
            <ac:picMk id="4100" creationId="{19D566F8-ADE5-5539-392D-6E2237B91F4F}"/>
          </ac:picMkLst>
        </pc:picChg>
        <pc:picChg chg="add mod">
          <ac:chgData name="Fabian Gutierrez" userId="cd3f08d5-9c8b-42a4-8255-4a0693b9fb32" providerId="ADAL" clId="{A082A1CD-474D-43CF-880D-7607D5E7ADD4}" dt="2025-06-08T22:16:48.905" v="16317" actId="1037"/>
          <ac:picMkLst>
            <pc:docMk/>
            <pc:sldMk cId="1272848117" sldId="319"/>
            <ac:picMk id="4104" creationId="{D1FDEF51-6EFB-BF23-3EB1-FE12ABE9D5E9}"/>
          </ac:picMkLst>
        </pc:picChg>
      </pc:sldChg>
      <pc:sldChg chg="new del">
        <pc:chgData name="Fabian Gutierrez" userId="cd3f08d5-9c8b-42a4-8255-4a0693b9fb32" providerId="ADAL" clId="{A082A1CD-474D-43CF-880D-7607D5E7ADD4}" dt="2025-06-04T22:27:51.820" v="8667" actId="47"/>
        <pc:sldMkLst>
          <pc:docMk/>
          <pc:sldMk cId="4148980402" sldId="319"/>
        </pc:sldMkLst>
      </pc:sldChg>
      <pc:sldChg chg="addSp delSp modSp add mod or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760700789" sldId="320"/>
        </pc:sldMkLst>
        <pc:spChg chg="mod">
          <ac:chgData name="Fabian Gutierrez" userId="cd3f08d5-9c8b-42a4-8255-4a0693b9fb32" providerId="ADAL" clId="{A082A1CD-474D-43CF-880D-7607D5E7ADD4}" dt="2025-06-04T22:50:59.267" v="9021" actId="1076"/>
          <ac:spMkLst>
            <pc:docMk/>
            <pc:sldMk cId="760700789" sldId="320"/>
            <ac:spMk id="4" creationId="{B01A7F78-F2AB-7E40-9774-D320156ACD7E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5" creationId="{74D16EE2-A85C-07C1-047B-0F911A6CB623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760700789" sldId="320"/>
            <ac:spMk id="6" creationId="{199DB6A7-3278-5AEA-7012-C03124EAD688}"/>
          </ac:spMkLst>
        </pc:spChg>
        <pc:spChg chg="mod">
          <ac:chgData name="Fabian Gutierrez" userId="cd3f08d5-9c8b-42a4-8255-4a0693b9fb32" providerId="ADAL" clId="{A082A1CD-474D-43CF-880D-7607D5E7ADD4}" dt="2025-06-04T22:49:44.634" v="8978" actId="1038"/>
          <ac:spMkLst>
            <pc:docMk/>
            <pc:sldMk cId="760700789" sldId="320"/>
            <ac:spMk id="7" creationId="{705ACE2F-44C0-7F89-9465-BF6EFEAA69F2}"/>
          </ac:spMkLst>
        </pc:spChg>
        <pc:spChg chg="add mod">
          <ac:chgData name="Fabian Gutierrez" userId="cd3f08d5-9c8b-42a4-8255-4a0693b9fb32" providerId="ADAL" clId="{A082A1CD-474D-43CF-880D-7607D5E7ADD4}" dt="2025-06-09T13:27:07.186" v="20343" actId="20577"/>
          <ac:spMkLst>
            <pc:docMk/>
            <pc:sldMk cId="760700789" sldId="320"/>
            <ac:spMk id="9" creationId="{19FE0244-562D-E53E-F985-EC0B9E7A7D2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11" creationId="{49D24C95-00A9-4C07-7E5E-37311C8E9A9D}"/>
          </ac:spMkLst>
        </pc:spChg>
        <pc:spChg chg="add mod">
          <ac:chgData name="Fabian Gutierrez" userId="cd3f08d5-9c8b-42a4-8255-4a0693b9fb32" providerId="ADAL" clId="{A082A1CD-474D-43CF-880D-7607D5E7ADD4}" dt="2025-06-09T16:27:13.388" v="20358" actId="20577"/>
          <ac:spMkLst>
            <pc:docMk/>
            <pc:sldMk cId="760700789" sldId="320"/>
            <ac:spMk id="12" creationId="{0C566BA0-9B83-5C3F-B83B-F710CEB5A24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760700789" sldId="320"/>
            <ac:spMk id="13" creationId="{6AC77B87-82A5-911B-64D8-216B199C2F57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14" creationId="{2961DC82-DDB9-00D2-05B9-634425F8B2D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16" creationId="{B54DC9F5-3A6B-8951-8E58-30BC85408290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760700789" sldId="320"/>
            <ac:spMk id="17" creationId="{DAE6136F-B460-CFFC-0E33-A247EBA6ED0C}"/>
          </ac:spMkLst>
        </pc:spChg>
        <pc:spChg chg="mod">
          <ac:chgData name="Fabian Gutierrez" userId="cd3f08d5-9c8b-42a4-8255-4a0693b9fb32" providerId="ADAL" clId="{A082A1CD-474D-43CF-880D-7607D5E7ADD4}" dt="2025-06-08T22:37:09.920" v="17146" actId="790"/>
          <ac:spMkLst>
            <pc:docMk/>
            <pc:sldMk cId="760700789" sldId="320"/>
            <ac:spMk id="18" creationId="{290AC658-62A5-BEBF-C148-A5C27E45A82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19" creationId="{FA8C9BD4-FC3B-0587-0885-CF6F2A08F6B8}"/>
          </ac:spMkLst>
        </pc:spChg>
        <pc:spChg chg="add mod">
          <ac:chgData name="Fabian Gutierrez" userId="cd3f08d5-9c8b-42a4-8255-4a0693b9fb32" providerId="ADAL" clId="{A082A1CD-474D-43CF-880D-7607D5E7ADD4}" dt="2025-06-09T09:50:01.619" v="19944" actId="1076"/>
          <ac:spMkLst>
            <pc:docMk/>
            <pc:sldMk cId="760700789" sldId="320"/>
            <ac:spMk id="20" creationId="{D586B9CA-3AE2-E80E-FD34-522E4DC7A10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22" creationId="{8F0684EC-B417-4830-7D29-3CF9E89E826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23" creationId="{B1EF43F2-6DD8-A17A-A6FF-97C01EC06CD6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760700789" sldId="320"/>
            <ac:spMk id="24" creationId="{00953F76-BA87-013E-DE2D-622122E0254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25" creationId="{B6BF1FAB-C875-038E-1470-A8DA9EC9DCD5}"/>
          </ac:spMkLst>
        </pc:spChg>
        <pc:spChg chg="mod">
          <ac:chgData name="Fabian Gutierrez" userId="cd3f08d5-9c8b-42a4-8255-4a0693b9fb32" providerId="ADAL" clId="{A082A1CD-474D-43CF-880D-7607D5E7ADD4}" dt="2025-06-09T09:55:34.504" v="20121" actId="1076"/>
          <ac:spMkLst>
            <pc:docMk/>
            <pc:sldMk cId="760700789" sldId="320"/>
            <ac:spMk id="26" creationId="{DD219BB0-39E6-6118-C666-E3246B009EA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28" creationId="{820C45BD-1362-33CE-8C1A-BC2153A62DB9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760700789" sldId="320"/>
            <ac:spMk id="30" creationId="{DF369995-BBC2-8C9A-5A8B-82543975DE25}"/>
          </ac:spMkLst>
        </pc:spChg>
        <pc:picChg chg="add mod">
          <ac:chgData name="Fabian Gutierrez" userId="cd3f08d5-9c8b-42a4-8255-4a0693b9fb32" providerId="ADAL" clId="{A082A1CD-474D-43CF-880D-7607D5E7ADD4}" dt="2025-06-09T09:55:53.982" v="20147" actId="1036"/>
          <ac:picMkLst>
            <pc:docMk/>
            <pc:sldMk cId="760700789" sldId="320"/>
            <ac:picMk id="2" creationId="{72E44C03-1441-73ED-2C6E-7BFEB9B8DA0B}"/>
          </ac:picMkLst>
        </pc:picChg>
        <pc:picChg chg="add mod">
          <ac:chgData name="Fabian Gutierrez" userId="cd3f08d5-9c8b-42a4-8255-4a0693b9fb32" providerId="ADAL" clId="{A082A1CD-474D-43CF-880D-7607D5E7ADD4}" dt="2025-06-08T22:30:54.505" v="17064"/>
          <ac:picMkLst>
            <pc:docMk/>
            <pc:sldMk cId="760700789" sldId="320"/>
            <ac:picMk id="3" creationId="{CAAD4217-990E-90BF-9025-13EEC0CCAFB5}"/>
          </ac:picMkLst>
        </pc:picChg>
        <pc:picChg chg="add mod">
          <ac:chgData name="Fabian Gutierrez" userId="cd3f08d5-9c8b-42a4-8255-4a0693b9fb32" providerId="ADAL" clId="{A082A1CD-474D-43CF-880D-7607D5E7ADD4}" dt="2025-06-09T09:50:01.619" v="19944" actId="1076"/>
          <ac:picMkLst>
            <pc:docMk/>
            <pc:sldMk cId="760700789" sldId="320"/>
            <ac:picMk id="31" creationId="{1C1F4E46-6A5D-AA0E-C035-A7F30267794A}"/>
          </ac:picMkLst>
        </pc:picChg>
        <pc:picChg chg="add mod">
          <ac:chgData name="Fabian Gutierrez" userId="cd3f08d5-9c8b-42a4-8255-4a0693b9fb32" providerId="ADAL" clId="{A082A1CD-474D-43CF-880D-7607D5E7ADD4}" dt="2025-06-04T22:50:56.874" v="9020" actId="1076"/>
          <ac:picMkLst>
            <pc:docMk/>
            <pc:sldMk cId="760700789" sldId="320"/>
            <ac:picMk id="5122" creationId="{216ADBFC-068A-C846-BC4B-8506069B8A5F}"/>
          </ac:picMkLst>
        </pc:picChg>
        <pc:picChg chg="add mod">
          <ac:chgData name="Fabian Gutierrez" userId="cd3f08d5-9c8b-42a4-8255-4a0693b9fb32" providerId="ADAL" clId="{A082A1CD-474D-43CF-880D-7607D5E7ADD4}" dt="2025-06-09T09:55:34.504" v="20121" actId="1076"/>
          <ac:picMkLst>
            <pc:docMk/>
            <pc:sldMk cId="760700789" sldId="320"/>
            <ac:picMk id="5124" creationId="{7179057C-6C84-8AD7-7C24-671983CEDCFE}"/>
          </ac:picMkLst>
        </pc:picChg>
      </pc:sldChg>
      <pc:sldChg chg="addSp delSp modSp add mod or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1664769347" sldId="321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2" creationId="{A9E7A6ED-5389-F25E-D96E-3073EF585D7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3" creationId="{B1484B96-25F3-726C-33DC-127A2C3B3B5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4" creationId="{EFF11307-C6BD-97E5-D11D-25BC4001101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11" creationId="{8DAFEDA2-17FA-BDFF-EAD2-4EF2B42A007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14" creationId="{62961A2A-1669-4806-8CD5-0907DB084E6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15" creationId="{35519222-FC6E-7B71-BF08-1DC2E9A944A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16" creationId="{D1E79F93-3C45-5890-8CB9-5236E9AFF92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17" creationId="{7E8963AF-331A-AE00-6C43-348C26DC9D1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20" creationId="{A0C947A0-483A-5DF7-8AE5-A14BA775DFC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664769347" sldId="321"/>
            <ac:spMk id="21" creationId="{06E3F137-975F-1701-0310-A527F2E75D1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664769347" sldId="321"/>
            <ac:spMk id="22" creationId="{832B1C30-B2E6-E0E3-2B79-38859EC8F70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664769347" sldId="321"/>
            <ac:spMk id="23" creationId="{10257DE9-159F-643F-7B27-B128214EA742}"/>
          </ac:spMkLst>
        </pc:spChg>
        <pc:picChg chg="add mod">
          <ac:chgData name="Fabian Gutierrez" userId="cd3f08d5-9c8b-42a4-8255-4a0693b9fb32" providerId="ADAL" clId="{A082A1CD-474D-43CF-880D-7607D5E7ADD4}" dt="2025-06-09T09:15:21.920" v="19480" actId="1037"/>
          <ac:picMkLst>
            <pc:docMk/>
            <pc:sldMk cId="1664769347" sldId="321"/>
            <ac:picMk id="7" creationId="{B6E9065F-C10C-DCDE-AB1E-2D949F9010DB}"/>
          </ac:picMkLst>
        </pc:picChg>
      </pc:sldChg>
      <pc:sldChg chg="delSp modSp add mod ord modAnim modNotesTx">
        <pc:chgData name="Fabian Gutierrez" userId="cd3f08d5-9c8b-42a4-8255-4a0693b9fb32" providerId="ADAL" clId="{A082A1CD-474D-43CF-880D-7607D5E7ADD4}" dt="2025-06-10T20:59:57.934" v="20762" actId="20577"/>
        <pc:sldMkLst>
          <pc:docMk/>
          <pc:sldMk cId="1043071520" sldId="322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5" creationId="{C148B018-D381-1199-D5A8-B151D1448A2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8" creationId="{BF2119B2-B5DA-EE0D-1691-0476E220A62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28" creationId="{570480B5-C92A-5399-2A9E-5E5D801E057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29" creationId="{3188FD2E-4B27-2624-B492-3AA4A23CC5C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30" creationId="{DD7A4D97-4855-0255-7E5A-E12CAAC8E95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32" creationId="{9FA70863-2162-9CC6-06E5-91C60792C9E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33" creationId="{19518FCD-9168-5D85-F72B-36EBC428F6E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34" creationId="{CF59202B-7B48-FA9F-FD54-659690677F5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043071520" sldId="322"/>
            <ac:spMk id="1036" creationId="{F899F275-A16B-7EBB-B650-AE0FDFE3EC52}"/>
          </ac:spMkLst>
        </pc:spChg>
        <pc:picChg chg="mod">
          <ac:chgData name="Fabian Gutierrez" userId="cd3f08d5-9c8b-42a4-8255-4a0693b9fb32" providerId="ADAL" clId="{A082A1CD-474D-43CF-880D-7607D5E7ADD4}" dt="2025-06-06T09:07:39.324" v="10074" actId="1076"/>
          <ac:picMkLst>
            <pc:docMk/>
            <pc:sldMk cId="1043071520" sldId="322"/>
            <ac:picMk id="16" creationId="{2D4EBF22-61B8-7C6D-C0A2-CF5BBDB240E9}"/>
          </ac:picMkLst>
        </pc:picChg>
      </pc:sldChg>
      <pc:sldChg chg="new del">
        <pc:chgData name="Fabian Gutierrez" userId="cd3f08d5-9c8b-42a4-8255-4a0693b9fb32" providerId="ADAL" clId="{A082A1CD-474D-43CF-880D-7607D5E7ADD4}" dt="2025-06-06T09:07:17.347" v="10067" actId="47"/>
        <pc:sldMkLst>
          <pc:docMk/>
          <pc:sldMk cId="4184003104" sldId="322"/>
        </pc:sldMkLst>
      </pc:sldChg>
      <pc:sldChg chg="addSp delSp modSp add mod or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4043060971" sldId="323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2" creationId="{B7BF2834-235C-BBFE-5701-883E9BE415F5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3" creationId="{CC3971CE-F48D-64E8-EB04-B393FB9F5C6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4" creationId="{6468319F-8564-43B9-D64E-FC9B3308373D}"/>
          </ac:spMkLst>
        </pc:spChg>
        <pc:spChg chg="add del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9" creationId="{9FEE6FDA-F26C-41EC-C6A7-7653E98A5EC7}"/>
          </ac:spMkLst>
        </pc:spChg>
        <pc:spChg chg="add del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11" creationId="{A08C129B-D666-1B22-1C34-4758E27471A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14" creationId="{5BDDF4A1-CD36-5BCB-E3AD-0A77C26C59A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15" creationId="{625CD6AB-48AF-47C5-6BE1-EA2AAF449E9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16" creationId="{F723E369-4097-485A-C6F2-EDAE4F5DA03F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17" creationId="{C330EF86-B7F5-023E-86A9-039786E24BE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4043060971" sldId="323"/>
            <ac:spMk id="22" creationId="{F68698F2-4D92-4EDD-EE01-9EA6A0577F6B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4043060971" sldId="323"/>
            <ac:spMk id="23" creationId="{167F3D21-8E4C-A826-1B9C-D71A5C0BB5FA}"/>
          </ac:spMkLst>
        </pc:spChg>
        <pc:grpChg chg="del">
          <ac:chgData name="Fabian Gutierrez" userId="cd3f08d5-9c8b-42a4-8255-4a0693b9fb32" providerId="ADAL" clId="{A082A1CD-474D-43CF-880D-7607D5E7ADD4}" dt="2025-06-09T08:39:00.647" v="19297" actId="26606"/>
          <ac:grpSpMkLst>
            <pc:docMk/>
            <pc:sldMk cId="4043060971" sldId="323"/>
            <ac:grpSpMk id="13" creationId="{2800FDC8-87A8-2AB6-A383-2C259673B73F}"/>
          </ac:grpSpMkLst>
        </pc:grpChg>
        <pc:grpChg chg="add">
          <ac:chgData name="Fabian Gutierrez" userId="cd3f08d5-9c8b-42a4-8255-4a0693b9fb32" providerId="ADAL" clId="{A082A1CD-474D-43CF-880D-7607D5E7ADD4}" dt="2025-06-09T08:39:05.239" v="19298" actId="26606"/>
          <ac:grpSpMkLst>
            <pc:docMk/>
            <pc:sldMk cId="4043060971" sldId="323"/>
            <ac:grpSpMk id="19" creationId="{7C227F70-A3D9-C5DA-F71E-A33CD9B4D3CA}"/>
          </ac:grpSpMkLst>
        </pc:grpChg>
        <pc:picChg chg="add mod ord">
          <ac:chgData name="Fabian Gutierrez" userId="cd3f08d5-9c8b-42a4-8255-4a0693b9fb32" providerId="ADAL" clId="{A082A1CD-474D-43CF-880D-7607D5E7ADD4}" dt="2025-06-09T08:39:05.239" v="19298" actId="26606"/>
          <ac:picMkLst>
            <pc:docMk/>
            <pc:sldMk cId="4043060971" sldId="323"/>
            <ac:picMk id="7" creationId="{82FD0686-9319-0BA5-D0EA-1A1567BB910C}"/>
          </ac:picMkLst>
        </pc:picChg>
      </pc:sldChg>
      <pc:sldChg chg="add del ord">
        <pc:chgData name="Fabian Gutierrez" userId="cd3f08d5-9c8b-42a4-8255-4a0693b9fb32" providerId="ADAL" clId="{A082A1CD-474D-43CF-880D-7607D5E7ADD4}" dt="2025-06-06T12:55:07.747" v="12958" actId="47"/>
        <pc:sldMkLst>
          <pc:docMk/>
          <pc:sldMk cId="3355859676" sldId="324"/>
        </pc:sldMkLst>
      </pc:sldChg>
      <pc:sldChg chg="delSp modSp add mod or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3334178316" sldId="325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2" creationId="{43349F2F-2636-FE63-C515-AEF6DA8B904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5" creationId="{F4561169-E56D-8E95-D5F2-0A89BCFB870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6" creationId="{08B388FE-EEAB-1753-C74C-1EFC649F4DF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48" creationId="{C23173D3-F380-46FE-B098-2940328E745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49" creationId="{14709EDA-7E5A-0C75-6F99-21E82A3CC77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50" creationId="{8AFA2A05-66FE-F271-26D0-90B8ED17F47A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334178316" sldId="325"/>
            <ac:spMk id="51" creationId="{BAFE17C9-1EF1-F4E1-5B2A-53DBA2761F4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52" creationId="{EB9AB6CB-BC85-7991-DFBB-E473F6B325F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53" creationId="{0BA4E84D-529B-CAC9-B012-7D6C7BCA87A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55" creationId="{A0B3E9B6-0BF3-D1D1-F0C5-995F3AB9C879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3334178316" sldId="325"/>
            <ac:spMk id="56" creationId="{C7532A93-4659-982B-B40E-6F7F73082BA4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334178316" sldId="325"/>
            <ac:spMk id="57" creationId="{A64A6DD1-051E-B499-59A7-9D980692C993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3334178316" sldId="325"/>
            <ac:spMk id="58" creationId="{D5268BD7-0B57-D9D7-245D-C07C6EA8C932}"/>
          </ac:spMkLst>
        </pc:spChg>
      </pc:sldChg>
      <pc:sldChg chg="modSp add del mod modShow">
        <pc:chgData name="Fabian Gutierrez" userId="cd3f08d5-9c8b-42a4-8255-4a0693b9fb32" providerId="ADAL" clId="{A082A1CD-474D-43CF-880D-7607D5E7ADD4}" dt="2025-06-08T22:33:01.099" v="17065" actId="2696"/>
        <pc:sldMkLst>
          <pc:docMk/>
          <pc:sldMk cId="3079512376" sldId="326"/>
        </pc:sldMkLst>
      </pc:sldChg>
      <pc:sldChg chg="addSp delSp modSp add mod or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1724336980" sldId="327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2" creationId="{B2B22DC6-0AD9-0461-E716-A1942682FA5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3" creationId="{3D59A3AF-AA05-1475-B010-4D40E0C893A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4" creationId="{6F7D6A06-F109-0345-59B0-4AAFEE3F6772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724336980" sldId="327"/>
            <ac:spMk id="9" creationId="{840D9111-2405-2BC5-FE26-6EC4FDA55F8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11" creationId="{AF26533E-70E7-2BC8-9208-2CBA114BAA9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724336980" sldId="327"/>
            <ac:spMk id="14" creationId="{2D6D62F6-B2DC-1B75-DD91-D01896525ED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15" creationId="{CB4986FD-DDA5-56CA-207C-EAB4BB59CD5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16" creationId="{E2AEA6ED-6E7F-3960-54DB-0F70F8A4E2E2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20" creationId="{4610FDEF-37F3-64D1-6F35-BB9902C4377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21" creationId="{9B6D153D-FD26-7D05-C539-E5E9BDA0CF9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22" creationId="{5BAD4868-633A-3782-AC77-84F847956C7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724336980" sldId="327"/>
            <ac:spMk id="23" creationId="{E9FE8F2F-DE51-C29F-54DC-B54A660E259A}"/>
          </ac:spMkLst>
        </pc:spChg>
        <pc:picChg chg="add mod">
          <ac:chgData name="Fabian Gutierrez" userId="cd3f08d5-9c8b-42a4-8255-4a0693b9fb32" providerId="ADAL" clId="{A082A1CD-474D-43CF-880D-7607D5E7ADD4}" dt="2025-06-09T09:15:28.294" v="19481"/>
          <ac:picMkLst>
            <pc:docMk/>
            <pc:sldMk cId="1724336980" sldId="327"/>
            <ac:picMk id="8" creationId="{5258A528-2331-81B1-4D55-43532D83728C}"/>
          </ac:picMkLst>
        </pc:picChg>
      </pc:sldChg>
      <pc:sldChg chg="addSp delSp modSp add mod modAnim">
        <pc:chgData name="Fabian Gutierrez" userId="cd3f08d5-9c8b-42a4-8255-4a0693b9fb32" providerId="ADAL" clId="{A082A1CD-474D-43CF-880D-7607D5E7ADD4}" dt="2025-06-10T21:05:35.814" v="20765" actId="2711"/>
        <pc:sldMkLst>
          <pc:docMk/>
          <pc:sldMk cId="1100272313" sldId="328"/>
        </pc:sldMkLst>
        <pc:spChg chg="add 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100272313" sldId="328"/>
            <ac:spMk id="2" creationId="{9ED6B661-6879-7AE8-C578-11F5E5F49FB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4" creationId="{063438CF-357C-15D4-68CE-36F8ACE8BED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6" creationId="{3FC62062-9ED4-0772-9879-DA13D758B02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7" creationId="{728CFFFD-1359-1DA8-E426-74FC9697E443}"/>
          </ac:spMkLst>
        </pc:spChg>
        <pc:spChg chg="add mod">
          <ac:chgData name="Fabian Gutierrez" userId="cd3f08d5-9c8b-42a4-8255-4a0693b9fb32" providerId="ADAL" clId="{A082A1CD-474D-43CF-880D-7607D5E7ADD4}" dt="2025-06-10T21:05:35.814" v="20765" actId="2711"/>
          <ac:spMkLst>
            <pc:docMk/>
            <pc:sldMk cId="1100272313" sldId="328"/>
            <ac:spMk id="10" creationId="{7047A970-4C66-56CF-B26B-6C42BCEFD5E4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11" creationId="{A8678FE5-3E6F-DF83-C5AC-429553742E2F}"/>
          </ac:spMkLst>
        </pc:spChg>
        <pc:spChg chg="add mod">
          <ac:chgData name="Fabian Gutierrez" userId="cd3f08d5-9c8b-42a4-8255-4a0693b9fb32" providerId="ADAL" clId="{A082A1CD-474D-43CF-880D-7607D5E7ADD4}" dt="2025-06-07T10:10:19.874" v="16229" actId="1076"/>
          <ac:spMkLst>
            <pc:docMk/>
            <pc:sldMk cId="1100272313" sldId="328"/>
            <ac:spMk id="12" creationId="{D524D5B0-2F70-845B-3E62-74341FC803EC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100272313" sldId="328"/>
            <ac:spMk id="13" creationId="{37FEC5BC-4BF2-2356-1639-B2FCDE585DD6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100272313" sldId="328"/>
            <ac:spMk id="16" creationId="{B7D0C837-5F24-2637-044C-0E8DA897AB3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17" creationId="{BE2EA0CD-B64A-746C-A203-14AE614510B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19" creationId="{D5C4371D-9149-A528-5874-87FA034363F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22" creationId="{8163B651-3EA4-A665-27D7-8A6B35590A0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23" creationId="{C078B006-CFA3-0709-3465-993F0FE31E2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1100272313" sldId="328"/>
            <ac:spMk id="24" creationId="{447E9F69-E86B-A196-9C2B-B0A10468FF4E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1100272313" sldId="328"/>
            <ac:spMk id="25" creationId="{64702809-7822-265E-E76C-F259079D4D87}"/>
          </ac:spMkLst>
        </pc:spChg>
        <pc:picChg chg="add mod">
          <ac:chgData name="Fabian Gutierrez" userId="cd3f08d5-9c8b-42a4-8255-4a0693b9fb32" providerId="ADAL" clId="{A082A1CD-474D-43CF-880D-7607D5E7ADD4}" dt="2025-06-08T22:54:13.594" v="17206" actId="1038"/>
          <ac:picMkLst>
            <pc:docMk/>
            <pc:sldMk cId="1100272313" sldId="328"/>
            <ac:picMk id="14" creationId="{E8B704B6-4A12-A6A5-D424-B0988751B23A}"/>
          </ac:picMkLst>
        </pc:picChg>
        <pc:picChg chg="mod">
          <ac:chgData name="Fabian Gutierrez" userId="cd3f08d5-9c8b-42a4-8255-4a0693b9fb32" providerId="ADAL" clId="{A082A1CD-474D-43CF-880D-7607D5E7ADD4}" dt="2025-06-07T10:03:36.704" v="16149" actId="1076"/>
          <ac:picMkLst>
            <pc:docMk/>
            <pc:sldMk cId="1100272313" sldId="328"/>
            <ac:picMk id="28" creationId="{8843BF3C-6687-028E-E48B-845AC8878109}"/>
          </ac:picMkLst>
        </pc:picChg>
        <pc:picChg chg="add mod">
          <ac:chgData name="Fabian Gutierrez" userId="cd3f08d5-9c8b-42a4-8255-4a0693b9fb32" providerId="ADAL" clId="{A082A1CD-474D-43CF-880D-7607D5E7ADD4}" dt="2025-06-08T22:28:45.194" v="17052"/>
          <ac:picMkLst>
            <pc:docMk/>
            <pc:sldMk cId="1100272313" sldId="328"/>
            <ac:picMk id="30" creationId="{9284C894-804C-C646-72EA-E40D75D639E1}"/>
          </ac:picMkLst>
        </pc:picChg>
        <pc:picChg chg="add mod">
          <ac:chgData name="Fabian Gutierrez" userId="cd3f08d5-9c8b-42a4-8255-4a0693b9fb32" providerId="ADAL" clId="{A082A1CD-474D-43CF-880D-7607D5E7ADD4}" dt="2025-06-07T10:04:30.676" v="16178" actId="1037"/>
          <ac:picMkLst>
            <pc:docMk/>
            <pc:sldMk cId="1100272313" sldId="328"/>
            <ac:picMk id="8194" creationId="{29FA2AA8-F892-BC85-ECAB-AE2C2C18AA87}"/>
          </ac:picMkLst>
        </pc:picChg>
      </pc:sldChg>
      <pc:sldChg chg="modSp add mod ord">
        <pc:chgData name="Fabian Gutierrez" userId="cd3f08d5-9c8b-42a4-8255-4a0693b9fb32" providerId="ADAL" clId="{A082A1CD-474D-43CF-880D-7607D5E7ADD4}" dt="2025-06-10T20:28:47.419" v="20436" actId="790"/>
        <pc:sldMkLst>
          <pc:docMk/>
          <pc:sldMk cId="63846164" sldId="329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6" creationId="{66F87472-52D4-5115-DD30-E16EB557DB6B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63846164" sldId="329"/>
            <ac:spMk id="7" creationId="{EB0F7595-98FA-920A-D78A-F69E6B535CAA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9" creationId="{8E414486-5934-CB1C-0548-76DD3942F43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11" creationId="{38C62ECD-28E8-08DF-C79D-BBD6750DEEA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13" creationId="{8AF4F44A-1130-0BAF-944C-AA09B3D0B3E1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19" creationId="{75A76840-F6CE-C2C8-6C49-FF9B15A25C46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35" creationId="{E4B29054-D765-822F-513A-8AD495E54DC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36" creationId="{0AEA6172-1990-8122-2F3C-BFA406911F33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37" creationId="{8B9A5581-0C83-2AB5-7C5B-2AFC52B220F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58" creationId="{655DD8E9-C2D6-24D3-0EFF-796BBE2167A0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63846164" sldId="329"/>
            <ac:spMk id="59" creationId="{8B9A8F4B-3BBB-1C44-B5F2-22B21C20DA65}"/>
          </ac:spMkLst>
        </pc:spChg>
      </pc:sldChg>
      <pc:sldChg chg="addSp delSp modSp add mod modAnim">
        <pc:chgData name="Fabian Gutierrez" userId="cd3f08d5-9c8b-42a4-8255-4a0693b9fb32" providerId="ADAL" clId="{A082A1CD-474D-43CF-880D-7607D5E7ADD4}" dt="2025-06-10T20:28:47.419" v="20436" actId="790"/>
        <pc:sldMkLst>
          <pc:docMk/>
          <pc:sldMk cId="2103887172" sldId="330"/>
        </pc:sldMkLst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4" creationId="{919ED421-D897-7AAB-B486-6EA42C45099D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103887172" sldId="330"/>
            <ac:spMk id="7" creationId="{56AB6D81-1DBE-A227-D434-63917E4A5387}"/>
          </ac:spMkLst>
        </pc:spChg>
        <pc:spChg chg="add mod">
          <ac:chgData name="Fabian Gutierrez" userId="cd3f08d5-9c8b-42a4-8255-4a0693b9fb32" providerId="ADAL" clId="{A082A1CD-474D-43CF-880D-7607D5E7ADD4}" dt="2025-06-09T07:43:59.202" v="19164" actId="1036"/>
          <ac:spMkLst>
            <pc:docMk/>
            <pc:sldMk cId="2103887172" sldId="330"/>
            <ac:spMk id="8" creationId="{B2D837FD-1729-3B4B-D155-53ED2205E41B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103887172" sldId="330"/>
            <ac:spMk id="11" creationId="{AFEB9EF1-5B69-F1A4-AE0C-7348F96C892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13" creationId="{B8095B85-78AE-5EC9-CD80-102453A18C6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16" creationId="{802FAF88-B1E1-611F-D15C-A88288C4271B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17" creationId="{10C1E994-A106-9F99-22F9-396E7A0F206D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18" creationId="{C7F64B68-5E3C-6476-0FAD-E9BE3AFE9067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19" creationId="{50398717-E497-8B04-0A98-DA7F9DA22CCC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22" creationId="{80C7AA02-3E66-5775-5D1E-6E9AF3CB9BCE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23" creationId="{779E7587-CC5A-BD2E-0CFB-06C73BEBF538}"/>
          </ac:spMkLst>
        </pc:spChg>
        <pc:spChg chg="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24" creationId="{97CEF461-FCC9-CC65-261C-4000124035D4}"/>
          </ac:spMkLst>
        </pc:spChg>
        <pc:spChg chg="mod">
          <ac:chgData name="Fabian Gutierrez" userId="cd3f08d5-9c8b-42a4-8255-4a0693b9fb32" providerId="ADAL" clId="{A082A1CD-474D-43CF-880D-7607D5E7ADD4}" dt="2025-06-09T09:55:21.875" v="20120" actId="790"/>
          <ac:spMkLst>
            <pc:docMk/>
            <pc:sldMk cId="2103887172" sldId="330"/>
            <ac:spMk id="25" creationId="{626781AB-7B9F-03F2-7F2C-9E354421368B}"/>
          </ac:spMkLst>
        </pc:spChg>
        <pc:spChg chg="add mod">
          <ac:chgData name="Fabian Gutierrez" userId="cd3f08d5-9c8b-42a4-8255-4a0693b9fb32" providerId="ADAL" clId="{A082A1CD-474D-43CF-880D-7607D5E7ADD4}" dt="2025-06-10T20:28:47.419" v="20436" actId="790"/>
          <ac:spMkLst>
            <pc:docMk/>
            <pc:sldMk cId="2103887172" sldId="330"/>
            <ac:spMk id="27" creationId="{886E3C44-B8E9-7C4D-D8EA-005894246BA6}"/>
          </ac:spMkLst>
        </pc:spChg>
        <pc:picChg chg="add mod">
          <ac:chgData name="Fabian Gutierrez" userId="cd3f08d5-9c8b-42a4-8255-4a0693b9fb32" providerId="ADAL" clId="{A082A1CD-474D-43CF-880D-7607D5E7ADD4}" dt="2025-06-09T07:44:08.753" v="19195" actId="1038"/>
          <ac:picMkLst>
            <pc:docMk/>
            <pc:sldMk cId="2103887172" sldId="330"/>
            <ac:picMk id="29" creationId="{1D8D140E-35EF-98BB-68A3-82115DADB19F}"/>
          </ac:picMkLst>
        </pc:picChg>
        <pc:picChg chg="add mod">
          <ac:chgData name="Fabian Gutierrez" userId="cd3f08d5-9c8b-42a4-8255-4a0693b9fb32" providerId="ADAL" clId="{A082A1CD-474D-43CF-880D-7607D5E7ADD4}" dt="2025-06-09T07:49:58.520" v="19237" actId="1038"/>
          <ac:picMkLst>
            <pc:docMk/>
            <pc:sldMk cId="2103887172" sldId="330"/>
            <ac:picMk id="3074" creationId="{5350FF2E-FA3B-6967-4475-1C34C8A304B7}"/>
          </ac:picMkLst>
        </pc:picChg>
      </pc:sldChg>
      <pc:sldChg chg="modSp add del mod ord">
        <pc:chgData name="Fabian Gutierrez" userId="cd3f08d5-9c8b-42a4-8255-4a0693b9fb32" providerId="ADAL" clId="{A082A1CD-474D-43CF-880D-7607D5E7ADD4}" dt="2025-06-17T11:29:44.074" v="20772" actId="47"/>
        <pc:sldMkLst>
          <pc:docMk/>
          <pc:sldMk cId="944887607" sldId="331"/>
        </pc:sldMkLst>
      </pc:sldChg>
      <pc:sldChg chg="modSp add del mod ord">
        <pc:chgData name="Fabian Gutierrez" userId="cd3f08d5-9c8b-42a4-8255-4a0693b9fb32" providerId="ADAL" clId="{A082A1CD-474D-43CF-880D-7607D5E7ADD4}" dt="2025-06-17T11:29:56.529" v="20773" actId="47"/>
        <pc:sldMkLst>
          <pc:docMk/>
          <pc:sldMk cId="2193833676" sldId="332"/>
        </pc:sldMkLst>
      </pc:sldChg>
      <pc:sldMasterChg chg="delSldLayout">
        <pc:chgData name="Fabian Gutierrez" userId="cd3f08d5-9c8b-42a4-8255-4a0693b9fb32" providerId="ADAL" clId="{A082A1CD-474D-43CF-880D-7607D5E7ADD4}" dt="2025-06-17T11:29:56.529" v="20773" actId="47"/>
        <pc:sldMasterMkLst>
          <pc:docMk/>
          <pc:sldMasterMk cId="551637971" sldId="2147483648"/>
        </pc:sldMasterMkLst>
        <pc:sldLayoutChg chg="del">
          <pc:chgData name="Fabian Gutierrez" userId="cd3f08d5-9c8b-42a4-8255-4a0693b9fb32" providerId="ADAL" clId="{A082A1CD-474D-43CF-880D-7607D5E7ADD4}" dt="2025-06-17T11:29:56.529" v="20773" actId="47"/>
          <pc:sldLayoutMkLst>
            <pc:docMk/>
            <pc:sldMasterMk cId="551637971" sldId="2147483648"/>
            <pc:sldLayoutMk cId="3776163237" sldId="2147483660"/>
          </pc:sldLayoutMkLst>
        </pc:sldLayoutChg>
        <pc:sldLayoutChg chg="del">
          <pc:chgData name="Fabian Gutierrez" userId="cd3f08d5-9c8b-42a4-8255-4a0693b9fb32" providerId="ADAL" clId="{A082A1CD-474D-43CF-880D-7607D5E7ADD4}" dt="2025-06-08T23:23:53.847" v="17865" actId="2696"/>
          <pc:sldLayoutMkLst>
            <pc:docMk/>
            <pc:sldMasterMk cId="551637971" sldId="2147483648"/>
            <pc:sldLayoutMk cId="4218231403" sldId="214748366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227ED8-C444-48F8-AFA0-8B7C7481EA48}" type="doc">
      <dgm:prSet loTypeId="urn:microsoft.com/office/officeart/2005/8/layout/cycle7" loCatId="cycle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nl-NL"/>
        </a:p>
      </dgm:t>
    </dgm:pt>
    <dgm:pt modelId="{9361F64D-3595-4760-88EA-469F85CCCAC8}">
      <dgm:prSet phldrT="[Tekst]"/>
      <dgm:spPr>
        <a:solidFill>
          <a:srgbClr val="E97132"/>
        </a:solidFill>
      </dgm:spPr>
      <dgm:t>
        <a:bodyPr/>
        <a:lstStyle/>
        <a:p>
          <a:pPr algn="l"/>
          <a:r>
            <a:rPr lang="en-NL" noProof="0" dirty="0"/>
            <a:t>Landscape</a:t>
          </a:r>
        </a:p>
      </dgm:t>
    </dgm:pt>
    <dgm:pt modelId="{AA3F0851-A108-4D6E-949B-1FDEC84B9B95}" type="parTrans" cxnId="{90CDB1A0-A6B8-4E93-8935-C67F1F1222B2}">
      <dgm:prSet/>
      <dgm:spPr/>
      <dgm:t>
        <a:bodyPr/>
        <a:lstStyle/>
        <a:p>
          <a:endParaRPr lang="nl-NL"/>
        </a:p>
      </dgm:t>
    </dgm:pt>
    <dgm:pt modelId="{2DD9B5F0-F3F7-4316-92D0-74F11869D4E6}" type="sibTrans" cxnId="{90CDB1A0-A6B8-4E93-8935-C67F1F1222B2}">
      <dgm:prSet/>
      <dgm:spPr>
        <a:solidFill>
          <a:schemeClr val="tx1"/>
        </a:solidFill>
      </dgm:spPr>
      <dgm:t>
        <a:bodyPr/>
        <a:lstStyle/>
        <a:p>
          <a:pPr>
            <a:lnSpc>
              <a:spcPct val="100000"/>
            </a:lnSpc>
          </a:pPr>
          <a:endParaRPr lang="en-NL" noProof="0" dirty="0"/>
        </a:p>
      </dgm:t>
    </dgm:pt>
    <dgm:pt modelId="{34D104FA-3B53-444B-B0CD-5AE2ADAB6EC2}">
      <dgm:prSet phldrT="[Tekst]"/>
      <dgm:spPr>
        <a:solidFill>
          <a:srgbClr val="196B24"/>
        </a:solidFill>
      </dgm:spPr>
      <dgm:t>
        <a:bodyPr/>
        <a:lstStyle/>
        <a:p>
          <a:pPr algn="l"/>
          <a:r>
            <a:rPr lang="en-NL" noProof="0" dirty="0"/>
            <a:t>Resources</a:t>
          </a:r>
        </a:p>
      </dgm:t>
    </dgm:pt>
    <dgm:pt modelId="{648C1D94-6F44-43DC-9710-F8381DBCC928}" type="parTrans" cxnId="{C1373E0E-800D-44CF-AB0C-FA65C2C8AF2E}">
      <dgm:prSet/>
      <dgm:spPr/>
      <dgm:t>
        <a:bodyPr/>
        <a:lstStyle/>
        <a:p>
          <a:endParaRPr lang="nl-NL"/>
        </a:p>
      </dgm:t>
    </dgm:pt>
    <dgm:pt modelId="{3D0B2394-1125-4B4D-BB11-7F521C8A3F8F}" type="sibTrans" cxnId="{C1373E0E-800D-44CF-AB0C-FA65C2C8AF2E}">
      <dgm:prSet/>
      <dgm:spPr>
        <a:solidFill>
          <a:schemeClr val="tx1"/>
        </a:solidFill>
      </dgm:spPr>
      <dgm:t>
        <a:bodyPr/>
        <a:lstStyle/>
        <a:p>
          <a:pPr>
            <a:lnSpc>
              <a:spcPct val="100000"/>
            </a:lnSpc>
          </a:pPr>
          <a:endParaRPr lang="en-NL" noProof="0" dirty="0"/>
        </a:p>
      </dgm:t>
    </dgm:pt>
    <dgm:pt modelId="{DB1A0047-7FF3-4CBA-99B5-B36093208DB1}">
      <dgm:prSet phldrT="[Tekst]"/>
      <dgm:spPr>
        <a:solidFill>
          <a:srgbClr val="0F9ED5"/>
        </a:solidFill>
      </dgm:spPr>
      <dgm:t>
        <a:bodyPr/>
        <a:lstStyle/>
        <a:p>
          <a:pPr algn="l"/>
          <a:r>
            <a:rPr lang="en-NL" noProof="0" dirty="0"/>
            <a:t>Projects</a:t>
          </a:r>
        </a:p>
      </dgm:t>
    </dgm:pt>
    <dgm:pt modelId="{B0063AE1-06F5-4EF5-8E64-F0B7FCDD60FB}" type="parTrans" cxnId="{9E4FBF1E-A43F-461F-B93C-72FE328881EE}">
      <dgm:prSet/>
      <dgm:spPr/>
      <dgm:t>
        <a:bodyPr/>
        <a:lstStyle/>
        <a:p>
          <a:endParaRPr lang="nl-NL"/>
        </a:p>
      </dgm:t>
    </dgm:pt>
    <dgm:pt modelId="{BE0F39BF-677F-4D60-9835-41638324FEDD}" type="sibTrans" cxnId="{9E4FBF1E-A43F-461F-B93C-72FE328881EE}">
      <dgm:prSet/>
      <dgm:spPr>
        <a:solidFill>
          <a:schemeClr val="tx1"/>
        </a:solidFill>
      </dgm:spPr>
      <dgm:t>
        <a:bodyPr/>
        <a:lstStyle/>
        <a:p>
          <a:endParaRPr lang="en-NL" noProof="0" dirty="0"/>
        </a:p>
      </dgm:t>
    </dgm:pt>
    <dgm:pt modelId="{00DC6AEF-18BA-4DFE-961C-C4FE4F2736E0}" type="pres">
      <dgm:prSet presAssocID="{1C227ED8-C444-48F8-AFA0-8B7C7481EA48}" presName="Name0" presStyleCnt="0">
        <dgm:presLayoutVars>
          <dgm:dir/>
          <dgm:resizeHandles val="exact"/>
        </dgm:presLayoutVars>
      </dgm:prSet>
      <dgm:spPr/>
    </dgm:pt>
    <dgm:pt modelId="{E63E62C1-42ED-4813-A15F-7192562B91B6}" type="pres">
      <dgm:prSet presAssocID="{9361F64D-3595-4760-88EA-469F85CCCAC8}" presName="node" presStyleLbl="node1" presStyleIdx="0" presStyleCnt="3" custScaleX="205756">
        <dgm:presLayoutVars>
          <dgm:bulletEnabled val="1"/>
        </dgm:presLayoutVars>
      </dgm:prSet>
      <dgm:spPr/>
    </dgm:pt>
    <dgm:pt modelId="{381D2FBC-2293-433F-BB78-336CE4653879}" type="pres">
      <dgm:prSet presAssocID="{2DD9B5F0-F3F7-4316-92D0-74F11869D4E6}" presName="sibTrans" presStyleLbl="sibTrans2D1" presStyleIdx="0" presStyleCnt="3"/>
      <dgm:spPr/>
    </dgm:pt>
    <dgm:pt modelId="{873E20C8-A4C3-4684-BEA2-BA212A8DF131}" type="pres">
      <dgm:prSet presAssocID="{2DD9B5F0-F3F7-4316-92D0-74F11869D4E6}" presName="connectorText" presStyleLbl="sibTrans2D1" presStyleIdx="0" presStyleCnt="3"/>
      <dgm:spPr/>
    </dgm:pt>
    <dgm:pt modelId="{74F05A2D-3E2B-4082-B437-65A4865ED4DB}" type="pres">
      <dgm:prSet presAssocID="{34D104FA-3B53-444B-B0CD-5AE2ADAB6EC2}" presName="node" presStyleLbl="node1" presStyleIdx="1" presStyleCnt="3" custScaleX="191702" custRadScaleRad="154490" custRadScaleInc="-19256">
        <dgm:presLayoutVars>
          <dgm:bulletEnabled val="1"/>
        </dgm:presLayoutVars>
      </dgm:prSet>
      <dgm:spPr/>
    </dgm:pt>
    <dgm:pt modelId="{7F1FC517-1074-4326-9A11-C2D6F2446DC7}" type="pres">
      <dgm:prSet presAssocID="{3D0B2394-1125-4B4D-BB11-7F521C8A3F8F}" presName="sibTrans" presStyleLbl="sibTrans2D1" presStyleIdx="1" presStyleCnt="3"/>
      <dgm:spPr/>
    </dgm:pt>
    <dgm:pt modelId="{CD6B7A78-0795-4030-B9F2-9DA04EF7C97C}" type="pres">
      <dgm:prSet presAssocID="{3D0B2394-1125-4B4D-BB11-7F521C8A3F8F}" presName="connectorText" presStyleLbl="sibTrans2D1" presStyleIdx="1" presStyleCnt="3"/>
      <dgm:spPr/>
    </dgm:pt>
    <dgm:pt modelId="{32D65252-3656-45FD-BFBC-D874478FF19B}" type="pres">
      <dgm:prSet presAssocID="{DB1A0047-7FF3-4CBA-99B5-B36093208DB1}" presName="node" presStyleLbl="node1" presStyleIdx="2" presStyleCnt="3" custScaleX="159213" custRadScaleRad="137142" custRadScaleInc="14573">
        <dgm:presLayoutVars>
          <dgm:bulletEnabled val="1"/>
        </dgm:presLayoutVars>
      </dgm:prSet>
      <dgm:spPr/>
    </dgm:pt>
    <dgm:pt modelId="{17B98FCF-FF14-42FE-B09E-52BB731A7BE4}" type="pres">
      <dgm:prSet presAssocID="{BE0F39BF-677F-4D60-9835-41638324FEDD}" presName="sibTrans" presStyleLbl="sibTrans2D1" presStyleIdx="2" presStyleCnt="3"/>
      <dgm:spPr/>
    </dgm:pt>
    <dgm:pt modelId="{70BF3FFF-11E6-4F18-AA0C-371440C82B39}" type="pres">
      <dgm:prSet presAssocID="{BE0F39BF-677F-4D60-9835-41638324FEDD}" presName="connectorText" presStyleLbl="sibTrans2D1" presStyleIdx="2" presStyleCnt="3"/>
      <dgm:spPr/>
    </dgm:pt>
  </dgm:ptLst>
  <dgm:cxnLst>
    <dgm:cxn modelId="{FA0F2606-7FD9-45AD-846C-22CADAD50FDF}" type="presOf" srcId="{BE0F39BF-677F-4D60-9835-41638324FEDD}" destId="{17B98FCF-FF14-42FE-B09E-52BB731A7BE4}" srcOrd="0" destOrd="0" presId="urn:microsoft.com/office/officeart/2005/8/layout/cycle7"/>
    <dgm:cxn modelId="{6E581609-E7F6-4141-9161-3F647CA1E218}" type="presOf" srcId="{2DD9B5F0-F3F7-4316-92D0-74F11869D4E6}" destId="{873E20C8-A4C3-4684-BEA2-BA212A8DF131}" srcOrd="1" destOrd="0" presId="urn:microsoft.com/office/officeart/2005/8/layout/cycle7"/>
    <dgm:cxn modelId="{C1373E0E-800D-44CF-AB0C-FA65C2C8AF2E}" srcId="{1C227ED8-C444-48F8-AFA0-8B7C7481EA48}" destId="{34D104FA-3B53-444B-B0CD-5AE2ADAB6EC2}" srcOrd="1" destOrd="0" parTransId="{648C1D94-6F44-43DC-9710-F8381DBCC928}" sibTransId="{3D0B2394-1125-4B4D-BB11-7F521C8A3F8F}"/>
    <dgm:cxn modelId="{9E4FBF1E-A43F-461F-B93C-72FE328881EE}" srcId="{1C227ED8-C444-48F8-AFA0-8B7C7481EA48}" destId="{DB1A0047-7FF3-4CBA-99B5-B36093208DB1}" srcOrd="2" destOrd="0" parTransId="{B0063AE1-06F5-4EF5-8E64-F0B7FCDD60FB}" sibTransId="{BE0F39BF-677F-4D60-9835-41638324FEDD}"/>
    <dgm:cxn modelId="{BFA7CC63-1B57-4708-A9D5-2E206D52FEC2}" type="presOf" srcId="{BE0F39BF-677F-4D60-9835-41638324FEDD}" destId="{70BF3FFF-11E6-4F18-AA0C-371440C82B39}" srcOrd="1" destOrd="0" presId="urn:microsoft.com/office/officeart/2005/8/layout/cycle7"/>
    <dgm:cxn modelId="{14DED748-BE1F-4F6B-95CD-1348A9835C23}" type="presOf" srcId="{34D104FA-3B53-444B-B0CD-5AE2ADAB6EC2}" destId="{74F05A2D-3E2B-4082-B437-65A4865ED4DB}" srcOrd="0" destOrd="0" presId="urn:microsoft.com/office/officeart/2005/8/layout/cycle7"/>
    <dgm:cxn modelId="{60D44A59-B421-44B3-878F-AD46D4A82660}" type="presOf" srcId="{1C227ED8-C444-48F8-AFA0-8B7C7481EA48}" destId="{00DC6AEF-18BA-4DFE-961C-C4FE4F2736E0}" srcOrd="0" destOrd="0" presId="urn:microsoft.com/office/officeart/2005/8/layout/cycle7"/>
    <dgm:cxn modelId="{AF2B867E-2B5E-46CB-A0F4-8C2AD760BA96}" type="presOf" srcId="{3D0B2394-1125-4B4D-BB11-7F521C8A3F8F}" destId="{CD6B7A78-0795-4030-B9F2-9DA04EF7C97C}" srcOrd="1" destOrd="0" presId="urn:microsoft.com/office/officeart/2005/8/layout/cycle7"/>
    <dgm:cxn modelId="{4E032D99-04FF-4361-B57E-7ED8C7A21BFF}" type="presOf" srcId="{DB1A0047-7FF3-4CBA-99B5-B36093208DB1}" destId="{32D65252-3656-45FD-BFBC-D874478FF19B}" srcOrd="0" destOrd="0" presId="urn:microsoft.com/office/officeart/2005/8/layout/cycle7"/>
    <dgm:cxn modelId="{90CDB1A0-A6B8-4E93-8935-C67F1F1222B2}" srcId="{1C227ED8-C444-48F8-AFA0-8B7C7481EA48}" destId="{9361F64D-3595-4760-88EA-469F85CCCAC8}" srcOrd="0" destOrd="0" parTransId="{AA3F0851-A108-4D6E-949B-1FDEC84B9B95}" sibTransId="{2DD9B5F0-F3F7-4316-92D0-74F11869D4E6}"/>
    <dgm:cxn modelId="{D34FCAAD-1EC5-4698-8127-74AE28C2DA92}" type="presOf" srcId="{3D0B2394-1125-4B4D-BB11-7F521C8A3F8F}" destId="{7F1FC517-1074-4326-9A11-C2D6F2446DC7}" srcOrd="0" destOrd="0" presId="urn:microsoft.com/office/officeart/2005/8/layout/cycle7"/>
    <dgm:cxn modelId="{130E3CB5-BAE6-4F47-8594-2E777D070ED9}" type="presOf" srcId="{9361F64D-3595-4760-88EA-469F85CCCAC8}" destId="{E63E62C1-42ED-4813-A15F-7192562B91B6}" srcOrd="0" destOrd="0" presId="urn:microsoft.com/office/officeart/2005/8/layout/cycle7"/>
    <dgm:cxn modelId="{3940A8F6-27C5-4113-A2E9-59CECB950C49}" type="presOf" srcId="{2DD9B5F0-F3F7-4316-92D0-74F11869D4E6}" destId="{381D2FBC-2293-433F-BB78-336CE4653879}" srcOrd="0" destOrd="0" presId="urn:microsoft.com/office/officeart/2005/8/layout/cycle7"/>
    <dgm:cxn modelId="{801B133D-1357-4B22-ABC0-608BE3A258C0}" type="presParOf" srcId="{00DC6AEF-18BA-4DFE-961C-C4FE4F2736E0}" destId="{E63E62C1-42ED-4813-A15F-7192562B91B6}" srcOrd="0" destOrd="0" presId="urn:microsoft.com/office/officeart/2005/8/layout/cycle7"/>
    <dgm:cxn modelId="{90451449-86A5-472F-AB59-15A0A735EA3D}" type="presParOf" srcId="{00DC6AEF-18BA-4DFE-961C-C4FE4F2736E0}" destId="{381D2FBC-2293-433F-BB78-336CE4653879}" srcOrd="1" destOrd="0" presId="urn:microsoft.com/office/officeart/2005/8/layout/cycle7"/>
    <dgm:cxn modelId="{58BA25A6-9C6D-4A73-A4C4-58B3C17FF93B}" type="presParOf" srcId="{381D2FBC-2293-433F-BB78-336CE4653879}" destId="{873E20C8-A4C3-4684-BEA2-BA212A8DF131}" srcOrd="0" destOrd="0" presId="urn:microsoft.com/office/officeart/2005/8/layout/cycle7"/>
    <dgm:cxn modelId="{64321D4B-FEE1-4033-8227-6A3DD6A7799D}" type="presParOf" srcId="{00DC6AEF-18BA-4DFE-961C-C4FE4F2736E0}" destId="{74F05A2D-3E2B-4082-B437-65A4865ED4DB}" srcOrd="2" destOrd="0" presId="urn:microsoft.com/office/officeart/2005/8/layout/cycle7"/>
    <dgm:cxn modelId="{233F13AD-A3CB-457E-901A-C0B5B5626A77}" type="presParOf" srcId="{00DC6AEF-18BA-4DFE-961C-C4FE4F2736E0}" destId="{7F1FC517-1074-4326-9A11-C2D6F2446DC7}" srcOrd="3" destOrd="0" presId="urn:microsoft.com/office/officeart/2005/8/layout/cycle7"/>
    <dgm:cxn modelId="{E468C044-3A27-4440-9C4F-6BA983D56F8A}" type="presParOf" srcId="{7F1FC517-1074-4326-9A11-C2D6F2446DC7}" destId="{CD6B7A78-0795-4030-B9F2-9DA04EF7C97C}" srcOrd="0" destOrd="0" presId="urn:microsoft.com/office/officeart/2005/8/layout/cycle7"/>
    <dgm:cxn modelId="{178EA959-780B-4E4E-9555-C715B28C52E7}" type="presParOf" srcId="{00DC6AEF-18BA-4DFE-961C-C4FE4F2736E0}" destId="{32D65252-3656-45FD-BFBC-D874478FF19B}" srcOrd="4" destOrd="0" presId="urn:microsoft.com/office/officeart/2005/8/layout/cycle7"/>
    <dgm:cxn modelId="{9806E377-8968-418F-BE8A-651FFE0E8597}" type="presParOf" srcId="{00DC6AEF-18BA-4DFE-961C-C4FE4F2736E0}" destId="{17B98FCF-FF14-42FE-B09E-52BB731A7BE4}" srcOrd="5" destOrd="0" presId="urn:microsoft.com/office/officeart/2005/8/layout/cycle7"/>
    <dgm:cxn modelId="{26D0D15A-FE72-4246-8364-493850052EB5}" type="presParOf" srcId="{17B98FCF-FF14-42FE-B09E-52BB731A7BE4}" destId="{70BF3FFF-11E6-4F18-AA0C-371440C82B39}" srcOrd="0" destOrd="0" presId="urn:microsoft.com/office/officeart/2005/8/layout/cycle7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E62C1-42ED-4813-A15F-7192562B91B6}">
      <dsp:nvSpPr>
        <dsp:cNvPr id="0" name=""/>
        <dsp:cNvSpPr/>
      </dsp:nvSpPr>
      <dsp:spPr>
        <a:xfrm>
          <a:off x="2378509" y="1504"/>
          <a:ext cx="4679658" cy="1137186"/>
        </a:xfrm>
        <a:prstGeom prst="roundRect">
          <a:avLst>
            <a:gd name="adj" fmla="val 10000"/>
          </a:avLst>
        </a:prstGeom>
        <a:solidFill>
          <a:srgbClr val="E97132"/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4900" kern="1200" noProof="0" dirty="0"/>
            <a:t>Landscape</a:t>
          </a:r>
        </a:p>
      </dsp:txBody>
      <dsp:txXfrm>
        <a:off x="2411816" y="34811"/>
        <a:ext cx="4613044" cy="1070572"/>
      </dsp:txXfrm>
    </dsp:sp>
    <dsp:sp modelId="{381D2FBC-2293-433F-BB78-336CE4653879}">
      <dsp:nvSpPr>
        <dsp:cNvPr id="0" name=""/>
        <dsp:cNvSpPr/>
      </dsp:nvSpPr>
      <dsp:spPr>
        <a:xfrm rot="2880187">
          <a:off x="5496267" y="1985980"/>
          <a:ext cx="1351931" cy="398015"/>
        </a:xfrm>
        <a:prstGeom prst="left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NL" sz="1500" kern="1200" noProof="0" dirty="0"/>
        </a:p>
      </dsp:txBody>
      <dsp:txXfrm>
        <a:off x="5615672" y="2065583"/>
        <a:ext cx="1113122" cy="238809"/>
      </dsp:txXfrm>
    </dsp:sp>
    <dsp:sp modelId="{74F05A2D-3E2B-4082-B437-65A4865ED4DB}">
      <dsp:nvSpPr>
        <dsp:cNvPr id="0" name=""/>
        <dsp:cNvSpPr/>
      </dsp:nvSpPr>
      <dsp:spPr>
        <a:xfrm>
          <a:off x="5446119" y="3231284"/>
          <a:ext cx="4360018" cy="1137186"/>
        </a:xfrm>
        <a:prstGeom prst="roundRect">
          <a:avLst>
            <a:gd name="adj" fmla="val 10000"/>
          </a:avLst>
        </a:prstGeom>
        <a:solidFill>
          <a:srgbClr val="196B24"/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4900" kern="1200" noProof="0" dirty="0"/>
            <a:t>Resources</a:t>
          </a:r>
        </a:p>
      </dsp:txBody>
      <dsp:txXfrm>
        <a:off x="5479426" y="3264591"/>
        <a:ext cx="4293404" cy="1070572"/>
      </dsp:txXfrm>
    </dsp:sp>
    <dsp:sp modelId="{7F1FC517-1074-4326-9A11-C2D6F2446DC7}">
      <dsp:nvSpPr>
        <dsp:cNvPr id="0" name=""/>
        <dsp:cNvSpPr/>
      </dsp:nvSpPr>
      <dsp:spPr>
        <a:xfrm rot="10789025">
          <a:off x="3925200" y="3610527"/>
          <a:ext cx="1351931" cy="398015"/>
        </a:xfrm>
        <a:prstGeom prst="left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NL" sz="1500" kern="1200" noProof="0" dirty="0"/>
        </a:p>
      </dsp:txBody>
      <dsp:txXfrm rot="10800000">
        <a:off x="4044604" y="3690130"/>
        <a:ext cx="1113122" cy="238809"/>
      </dsp:txXfrm>
    </dsp:sp>
    <dsp:sp modelId="{32D65252-3656-45FD-BFBC-D874478FF19B}">
      <dsp:nvSpPr>
        <dsp:cNvPr id="0" name=""/>
        <dsp:cNvSpPr/>
      </dsp:nvSpPr>
      <dsp:spPr>
        <a:xfrm>
          <a:off x="135116" y="3249420"/>
          <a:ext cx="3621097" cy="1137186"/>
        </a:xfrm>
        <a:prstGeom prst="roundRect">
          <a:avLst>
            <a:gd name="adj" fmla="val 10000"/>
          </a:avLst>
        </a:prstGeom>
        <a:solidFill>
          <a:srgbClr val="0F9ED5"/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4900" kern="1200" noProof="0" dirty="0"/>
            <a:t>Projects</a:t>
          </a:r>
        </a:p>
      </dsp:txBody>
      <dsp:txXfrm>
        <a:off x="168423" y="3282727"/>
        <a:ext cx="3554483" cy="1070572"/>
      </dsp:txXfrm>
    </dsp:sp>
    <dsp:sp modelId="{17B98FCF-FF14-42FE-B09E-52BB731A7BE4}">
      <dsp:nvSpPr>
        <dsp:cNvPr id="0" name=""/>
        <dsp:cNvSpPr/>
      </dsp:nvSpPr>
      <dsp:spPr>
        <a:xfrm rot="18629199">
          <a:off x="2656036" y="1995047"/>
          <a:ext cx="1351931" cy="398015"/>
        </a:xfrm>
        <a:prstGeom prst="left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L" sz="1700" kern="1200" noProof="0" dirty="0"/>
        </a:p>
      </dsp:txBody>
      <dsp:txXfrm>
        <a:off x="2775441" y="2074650"/>
        <a:ext cx="1113122" cy="238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0703E1C2-90CA-FCF5-DF11-BD03CF1254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The path to bundle your Databricks projects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65463A2-69C2-5CBD-9587-FFE2EC4403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B076E-1AD2-48D9-B7E2-5FF1825624E8}" type="datetimeFigureOut">
              <a:rPr lang="nl-NL" smtClean="0"/>
              <a:t>20-6-2025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3F03-44C3-FB76-66D3-CCBA4BB562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nl-NL"/>
              <a:t>Free your Data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6AAC6FC-BA9F-631B-938D-BFA560C4C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F1757-E739-4C08-8AF7-6E6633133BF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844340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The path to bundle your Databricks projects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BED7F-D64F-4B80-88E7-DA0521ABE41C}" type="datetimeFigureOut">
              <a:rPr lang="nl-NL" smtClean="0"/>
              <a:t>20-6-2025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nl-NL"/>
              <a:t>Free your Data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D1A5F-D7F7-4581-8576-50F493267F3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7655662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noProof="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To</a:t>
            </a:r>
            <a:r>
              <a:rPr lang="nl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nl-NL" sz="1200" noProof="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mention</a:t>
            </a:r>
            <a:r>
              <a:rPr lang="nl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at </a:t>
            </a:r>
            <a:r>
              <a:rPr lang="nl-NL" sz="1200" noProof="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the</a:t>
            </a:r>
            <a:r>
              <a:rPr lang="nl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end: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I look back and recognize there is a path to be followed</a:t>
            </a:r>
            <a:r>
              <a:rPr lang="nl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, </a:t>
            </a:r>
            <a:r>
              <a:rPr lang="nl-NL" sz="1200" noProof="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so</a:t>
            </a:r>
            <a:r>
              <a:rPr lang="nl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nl-NL" sz="1200" noProof="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let’s</a:t>
            </a:r>
            <a:r>
              <a:rPr lang="nl-NL" sz="12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take a walk!</a:t>
            </a:r>
            <a:endParaRPr lang="en-NL" sz="1200" noProof="0" dirty="0">
              <a:solidFill>
                <a:schemeClr val="tx2"/>
              </a:solidFill>
              <a:latin typeface="Abadi Extra Light" panose="020B0204020104020204" pitchFamily="34" charset="0"/>
            </a:endParaRPr>
          </a:p>
          <a:p>
            <a:endParaRPr lang="en-NL" dirty="0"/>
          </a:p>
        </p:txBody>
      </p:sp>
      <p:sp>
        <p:nvSpPr>
          <p:cNvPr id="4" name="Tijdelijke aanduiding voor koptekst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The path to bundle your Databricks projects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</p:spTree>
    <p:extLst>
      <p:ext uri="{BB962C8B-B14F-4D97-AF65-F5344CB8AC3E}">
        <p14:creationId xmlns:p14="http://schemas.microsoft.com/office/powerpoint/2010/main" val="3027641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Explain</a:t>
            </a:r>
            <a:r>
              <a:rPr lang="nl-NL" dirty="0"/>
              <a:t>: The </a:t>
            </a:r>
            <a:r>
              <a:rPr lang="nl-NL" dirty="0" err="1"/>
              <a:t>transition</a:t>
            </a:r>
            <a:r>
              <a:rPr lang="nl-NL" dirty="0"/>
              <a:t> is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existing</a:t>
            </a:r>
            <a:r>
              <a:rPr lang="nl-NL" dirty="0"/>
              <a:t> </a:t>
            </a:r>
            <a:r>
              <a:rPr lang="nl-NL" dirty="0" err="1"/>
              <a:t>situation</a:t>
            </a:r>
            <a:r>
              <a:rPr lang="nl-NL" dirty="0"/>
              <a:t> making a move </a:t>
            </a:r>
            <a:r>
              <a:rPr lang="nl-NL" dirty="0" err="1"/>
              <a:t>to</a:t>
            </a:r>
            <a:r>
              <a:rPr lang="nl-NL" dirty="0"/>
              <a:t> The </a:t>
            </a:r>
            <a:r>
              <a:rPr lang="nl-NL" dirty="0" err="1"/>
              <a:t>Future</a:t>
            </a:r>
            <a:r>
              <a:rPr lang="nl-NL" dirty="0"/>
              <a:t>.</a:t>
            </a:r>
            <a:endParaRPr lang="en-NL" dirty="0"/>
          </a:p>
        </p:txBody>
      </p:sp>
      <p:sp>
        <p:nvSpPr>
          <p:cNvPr id="4" name="Tijdelijke aanduiding voor koptekst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The path to bundle your Databricks projects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</p:spTree>
    <p:extLst>
      <p:ext uri="{BB962C8B-B14F-4D97-AF65-F5344CB8AC3E}">
        <p14:creationId xmlns:p14="http://schemas.microsoft.com/office/powerpoint/2010/main" val="903996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Work</a:t>
            </a:r>
            <a:r>
              <a:rPr lang="nl-NL" dirty="0"/>
              <a:t> first on </a:t>
            </a:r>
            <a:r>
              <a:rPr lang="nl-NL" dirty="0" err="1"/>
              <a:t>highlighting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gaps</a:t>
            </a:r>
            <a:r>
              <a:rPr lang="nl-NL" dirty="0"/>
              <a:t>: </a:t>
            </a:r>
            <a:r>
              <a:rPr lang="nl-NL" dirty="0" err="1"/>
              <a:t>explain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I </a:t>
            </a:r>
            <a:r>
              <a:rPr lang="nl-NL" dirty="0" err="1"/>
              <a:t>mean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future</a:t>
            </a:r>
            <a:r>
              <a:rPr lang="nl-NL" dirty="0"/>
              <a:t>.</a:t>
            </a:r>
          </a:p>
          <a:p>
            <a:r>
              <a:rPr lang="nl-NL" dirty="0" err="1"/>
              <a:t>Recognize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are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projects</a:t>
            </a:r>
            <a:r>
              <a:rPr lang="nl-NL" dirty="0"/>
              <a:t>: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 of different teams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workspace</a:t>
            </a:r>
            <a:r>
              <a:rPr lang="nl-NL" dirty="0"/>
              <a:t>.</a:t>
            </a:r>
            <a:endParaRPr lang="en-NL" dirty="0"/>
          </a:p>
        </p:txBody>
      </p:sp>
      <p:sp>
        <p:nvSpPr>
          <p:cNvPr id="4" name="Tijdelijke aanduiding voor koptekst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The path to bundle your Databricks projects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</p:spTree>
    <p:extLst>
      <p:ext uri="{BB962C8B-B14F-4D97-AF65-F5344CB8AC3E}">
        <p14:creationId xmlns:p14="http://schemas.microsoft.com/office/powerpoint/2010/main" val="713161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043D9-0DAE-CA40-95C4-7A86ECACF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89A7FD2-BD54-CD78-F417-541C829F0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09584F2-A76A-41D0-0F9E-E07021E3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A6F57-A2E3-4C5D-B2B1-092F24CBFDEF}" type="datetime1">
              <a:rPr lang="nl-NL" smtClean="0"/>
              <a:t>20-6-2025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69C726-BC63-2E6F-3EBC-45010E72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6DB7DD-3773-4BA2-E128-6D1AEC58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765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3A170-DB4F-E9C7-768A-2C80C447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CBE043-8F99-EBB8-6723-C67EAFC2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5A0BFD-6098-1FAD-2A32-33D676A2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FB6D-1E75-415B-8092-8192633D7545}" type="datetime1">
              <a:rPr lang="nl-NL" smtClean="0"/>
              <a:t>20-6-2025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7B36EB-701A-3C24-2F15-001ED284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D73FA7-9BB9-A4F6-55A2-A38CB5ED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652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456BA5-9F93-DA60-CB23-5D1AD444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92048BA-AFEB-5603-4C39-C2361021C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7CF119-A95A-A774-2BBA-C86C09F1A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4AB1-C5FA-4D72-9EA8-F3C1711B1C9E}" type="datetime1">
              <a:rPr lang="nl-NL" smtClean="0"/>
              <a:t>20-6-2025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C011F4-AB3C-0549-22B7-AB095567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C9934-DF8C-C718-F473-2D1C078C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593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68BDB-9400-9F35-BE6C-25168C39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766EED-330D-689C-19B9-65FEDEB2E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A461B61-4B94-0CDA-428F-A5410E37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86B2033-2406-B511-C44C-C73C127C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CBFF-B764-4FFF-B2CB-B447A03F42B2}" type="datetime1">
              <a:rPr lang="nl-NL" smtClean="0"/>
              <a:t>20-6-2025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44D4E1D-1B3A-D266-A731-47F4CD11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E2317D8-E9E5-62FD-C12A-8737EFD5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04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9A7EE-8515-C724-C066-C6B8562E3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E080AA-E0CA-0C38-41D0-594499AAA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D9D6A0C-4F13-93F8-F058-E7DE80CC8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CFB1D15-D42C-C0F8-55F7-6FD2AC651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53AA71E-6E47-7C70-C12B-482BC4C9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E190FFD-D8DC-FE14-F71F-EE06DB97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EC83-945A-403F-A047-45AC8F80C64A}" type="datetime1">
              <a:rPr lang="nl-NL" smtClean="0"/>
              <a:t>20-6-2025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96D26D7-F55F-EDF9-7809-36800B1D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6D9A21F-17B5-D8C9-7FC0-581F2339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154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020A11-7640-A933-5674-EE7A3780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37B171A-5FAA-30FF-4825-1CA3FE26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58FB-B04F-4F0F-A1B6-6EE5C5461D80}" type="datetime1">
              <a:rPr lang="nl-NL" smtClean="0"/>
              <a:t>20-6-2025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55F86C0-5C4A-38D2-23AF-18CDA8B8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48CD8A-D027-6094-C0DA-3CDCAAAB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984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7403D5D-A344-8423-15E3-1E5B885C2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F7972-BD4F-45F2-83A6-64C9FEDE3D13}" type="datetime1">
              <a:rPr lang="nl-NL" smtClean="0"/>
              <a:t>20-6-2025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CB83497-499E-4112-A2AD-18FC9BC9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03B49F1-08C1-A6FF-A9DF-EEC59FC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651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6BF3E-467B-6F0C-8031-93ED840D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4DC609-9ABA-E847-9CCF-090F0FA67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5840F9F-5E88-D3E4-9D39-22E46F230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C391A23-EEFF-5324-BA91-94FE6153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241B-BF37-4101-A736-1BAF77B315FC}" type="datetime1">
              <a:rPr lang="nl-NL" smtClean="0"/>
              <a:t>20-6-2025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7F91822-DBC8-E038-A3AE-2625EBFF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C4E6E3C-8DF4-44E2-766F-F32FFEAA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876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D12023-DF62-057C-51D5-E819421D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AE63DE3-7658-EBA8-9D21-145A53D1D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E1685FF-4E0E-A689-3A82-FCAC120BA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183FB3B-6F95-804A-BDE1-FECBDB4C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7E9E-5B41-471E-B4B1-26353F055C7C}" type="datetime1">
              <a:rPr lang="nl-NL" smtClean="0"/>
              <a:t>20-6-2025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281CB11-6E46-CA9A-284F-0724B0FA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664121C-C0EE-6777-AF02-5D6EA36F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783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AC055D-8656-58E0-1DBB-C8ED2130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A187BF4-17DA-4273-9192-124B66996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93B11D0-9238-EFEE-00D0-AAEF28AA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F5BA-9CDA-4B43-AA78-490A7F387DFB}" type="datetime1">
              <a:rPr lang="nl-NL" smtClean="0"/>
              <a:t>20-6-2025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1D6BCEA-AB08-0BD6-F450-CEE951BB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B56E957-2F84-DAB5-3E61-FE950837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266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D3DBD82-B6B4-5A5E-CE86-645D48367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B1A8D29-78F9-A2CC-9502-DE38FEAE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A3FB695-2A20-EB73-03F8-4271A2AA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D84D-A2E5-4879-B70A-3182DEA9F78F}" type="datetime1">
              <a:rPr lang="nl-NL" smtClean="0"/>
              <a:t>20-6-2025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816258-0A67-F4C1-A8A3-26EA1BE6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Free your Data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FF71C4-72A4-2FAE-741A-72B1C42B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721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20AB4C3-B5BC-D5A2-7663-4A5CE4643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2C1BA6F-A780-0350-99D2-593526921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99851E5-AE92-7E7A-8FE2-614B4E939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FD54A-4B10-41AA-9714-D5D7B25AD0A2}" type="datetime1">
              <a:rPr lang="nl-NL" smtClean="0"/>
              <a:t>20-6-2025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347E22F-1DC7-E874-8EFB-A3AB2DAFC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l-NL"/>
              <a:t>Free your Data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6CF5B73-CDCD-E843-5627-ECDB0BD39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0B5AA-BD56-468D-89B4-EC0CDC75A6E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163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t.wikipedia.org/wiki/Databricks" TargetMode="External"/><Relationship Id="rId5" Type="http://schemas.openxmlformats.org/officeDocument/2006/relationships/image" Target="../media/image13.png"/><Relationship Id="rId4" Type="http://schemas.openxmlformats.org/officeDocument/2006/relationships/hyperlink" Target="https://pxhere.com/en/photo/94864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1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www.rubeninfante.com/2014/02/04/how-to-tutorial-de-git-comando-basicos-parte-2/" TargetMode="External"/><Relationship Id="rId7" Type="http://schemas.openxmlformats.org/officeDocument/2006/relationships/image" Target="../media/image38.jpeg"/><Relationship Id="rId12" Type="http://schemas.openxmlformats.org/officeDocument/2006/relationships/image" Target="../media/image2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42.png"/><Relationship Id="rId5" Type="http://schemas.openxmlformats.org/officeDocument/2006/relationships/image" Target="../media/image26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29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29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49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3.png"/><Relationship Id="rId7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5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51.jpe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51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69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5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atabricks" TargetMode="External"/><Relationship Id="rId3" Type="http://schemas.openxmlformats.org/officeDocument/2006/relationships/image" Target="../media/image73.svg"/><Relationship Id="rId7" Type="http://schemas.openxmlformats.org/officeDocument/2006/relationships/hyperlink" Target="https://docs.databricks.com/aws/en/dev-tools/databricks-connect/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azure/databricks/dev-tools/databricks-connect/" TargetMode="External"/><Relationship Id="rId5" Type="http://schemas.openxmlformats.org/officeDocument/2006/relationships/hyperlink" Target="https://learn.microsoft.com/en-us/azure/databricks/dev-tools/bundles/" TargetMode="External"/><Relationship Id="rId4" Type="http://schemas.openxmlformats.org/officeDocument/2006/relationships/hyperlink" Target="https://github.com/databricks/databricks-asset-bundles-dais2023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44" name="Picture 31" descr="Houten voetpad dat naar de zandduinen leidt">
            <a:extLst>
              <a:ext uri="{FF2B5EF4-FFF2-40B4-BE49-F238E27FC236}">
                <a16:creationId xmlns:a16="http://schemas.microsoft.com/office/drawing/2014/main" id="{BB8323CE-5916-F30C-F2BC-3C0EB6C33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30" name="Rectangle 12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A7D707-8FE4-86E1-B9D2-073122F86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NL" sz="5200" noProof="0" dirty="0"/>
              <a:t>The path to Bundle your Databricks projects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CED6B16-4051-516E-58B5-08B1326B7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NL" noProof="0" dirty="0"/>
              <a:t>Fabian Gutierrez Ardts</a:t>
            </a:r>
          </a:p>
          <a:p>
            <a:pPr algn="l"/>
            <a:r>
              <a:rPr lang="en-NL" noProof="0" dirty="0" err="1"/>
              <a:t>SQLBits</a:t>
            </a:r>
            <a:r>
              <a:rPr lang="en-NL" noProof="0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29112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EC5D66B1-1024-6E5B-0117-B447E72DF22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6266404" cy="1007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noProof="0" dirty="0"/>
              <a:t>Fabian Gutierrez Ardts</a:t>
            </a:r>
          </a:p>
        </p:txBody>
      </p:sp>
      <p:pic>
        <p:nvPicPr>
          <p:cNvPr id="27" name="Tijdelijke aanduiding voor inhoud 26" descr="Afbeelding met Menselijk gezicht, persoon, glimlach, kleding&#10;&#10;Door AI gegenereerde inhoud is mogelijk onjuist.">
            <a:extLst>
              <a:ext uri="{FF2B5EF4-FFF2-40B4-BE49-F238E27FC236}">
                <a16:creationId xmlns:a16="http://schemas.microsoft.com/office/drawing/2014/main" id="{6F4539B9-C90A-74D2-39BD-0B2F590AA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420" y="1725736"/>
            <a:ext cx="2955451" cy="335223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8327C1F-2185-5690-74D0-BD9F01AE7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5" y="3716976"/>
            <a:ext cx="425731" cy="42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X icon - Free Download PNG &amp; SVG ...">
            <a:extLst>
              <a:ext uri="{FF2B5EF4-FFF2-40B4-BE49-F238E27FC236}">
                <a16:creationId xmlns:a16="http://schemas.microsoft.com/office/drawing/2014/main" id="{4D903BA7-430A-EF49-D415-4639C9338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9" y="4382946"/>
            <a:ext cx="429083" cy="42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Github Logo - Free social media icons">
            <a:extLst>
              <a:ext uri="{FF2B5EF4-FFF2-40B4-BE49-F238E27FC236}">
                <a16:creationId xmlns:a16="http://schemas.microsoft.com/office/drawing/2014/main" id="{92310948-2989-12BF-0C18-3FC194F86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5" y="5067415"/>
            <a:ext cx="429083" cy="42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DE828CD3-CFC3-937D-8083-15C1F4CB20F2}"/>
              </a:ext>
            </a:extLst>
          </p:cNvPr>
          <p:cNvSpPr txBox="1"/>
          <p:nvPr/>
        </p:nvSpPr>
        <p:spPr>
          <a:xfrm>
            <a:off x="1259585" y="3745175"/>
            <a:ext cx="399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linkedin.com/in/</a:t>
            </a:r>
            <a:r>
              <a:rPr lang="en-NL" noProof="0" dirty="0" err="1"/>
              <a:t>fabiangutierrezardts</a:t>
            </a:r>
            <a:r>
              <a:rPr lang="en-NL" noProof="0" dirty="0"/>
              <a:t>/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64A6B6E5-AF57-CFD6-B0EE-7F01765C5FF9}"/>
              </a:ext>
            </a:extLst>
          </p:cNvPr>
          <p:cNvSpPr txBox="1"/>
          <p:nvPr/>
        </p:nvSpPr>
        <p:spPr>
          <a:xfrm>
            <a:off x="1236987" y="4412821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@FreeYourDataCon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D790A441-D853-464D-E4DC-20E363CC69C5}"/>
              </a:ext>
            </a:extLst>
          </p:cNvPr>
          <p:cNvSpPr txBox="1"/>
          <p:nvPr/>
        </p:nvSpPr>
        <p:spPr>
          <a:xfrm>
            <a:off x="1291129" y="5097290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github.com/</a:t>
            </a:r>
            <a:r>
              <a:rPr lang="en-NL" noProof="0" dirty="0" err="1"/>
              <a:t>FreeYourData</a:t>
            </a:r>
            <a:endParaRPr lang="en-NL" noProof="0" dirty="0"/>
          </a:p>
        </p:txBody>
      </p:sp>
      <p:pic>
        <p:nvPicPr>
          <p:cNvPr id="19" name="Picture 10" descr="The Importance of Website Icons ...">
            <a:extLst>
              <a:ext uri="{FF2B5EF4-FFF2-40B4-BE49-F238E27FC236}">
                <a16:creationId xmlns:a16="http://schemas.microsoft.com/office/drawing/2014/main" id="{1B8AC761-A6E2-1F1F-CB08-3C2486329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5" y="5758814"/>
            <a:ext cx="527722" cy="52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kstvak 24">
            <a:extLst>
              <a:ext uri="{FF2B5EF4-FFF2-40B4-BE49-F238E27FC236}">
                <a16:creationId xmlns:a16="http://schemas.microsoft.com/office/drawing/2014/main" id="{B2C67CE1-1BCB-3897-E613-733121635942}"/>
              </a:ext>
            </a:extLst>
          </p:cNvPr>
          <p:cNvSpPr txBox="1"/>
          <p:nvPr/>
        </p:nvSpPr>
        <p:spPr>
          <a:xfrm>
            <a:off x="1291129" y="5838009"/>
            <a:ext cx="20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freeyourdata.nl</a:t>
            </a:r>
          </a:p>
        </p:txBody>
      </p:sp>
      <p:sp>
        <p:nvSpPr>
          <p:cNvPr id="20" name="Tijdelijke aanduiding voor voettekst 19">
            <a:extLst>
              <a:ext uri="{FF2B5EF4-FFF2-40B4-BE49-F238E27FC236}">
                <a16:creationId xmlns:a16="http://schemas.microsoft.com/office/drawing/2014/main" id="{EBC3D4A0-B9C9-E1F1-C0CB-5B17BB77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pic>
        <p:nvPicPr>
          <p:cNvPr id="22" name="Tijdelijke aanduiding voor inhoud 21" descr="Afbeelding met logo, Lettertype, Graphics, Elektrisch blauw&#10;&#10;Door AI gegenereerde inhoud is mogelijk onjuist.">
            <a:extLst>
              <a:ext uri="{FF2B5EF4-FFF2-40B4-BE49-F238E27FC236}">
                <a16:creationId xmlns:a16="http://schemas.microsoft.com/office/drawing/2014/main" id="{E32C719D-7E1A-D876-094D-E4A5C5406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177" y="523864"/>
            <a:ext cx="2419945" cy="883044"/>
          </a:xfrm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5D942783-7BF4-0064-854E-CE0B33FFD9D8}"/>
              </a:ext>
            </a:extLst>
          </p:cNvPr>
          <p:cNvSpPr txBox="1"/>
          <p:nvPr/>
        </p:nvSpPr>
        <p:spPr>
          <a:xfrm>
            <a:off x="863120" y="1145647"/>
            <a:ext cx="621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Consultant | Azure &amp; Databricks Data Engineer | Entrepreneur</a:t>
            </a:r>
          </a:p>
        </p:txBody>
      </p:sp>
      <p:pic>
        <p:nvPicPr>
          <p:cNvPr id="30" name="Afbeelding 29" descr="Afbeelding met tekst, schermopname, Lettertype, poster&#10;&#10;Door AI gegenereerde inhoud is mogelijk onjuist.">
            <a:extLst>
              <a:ext uri="{FF2B5EF4-FFF2-40B4-BE49-F238E27FC236}">
                <a16:creationId xmlns:a16="http://schemas.microsoft.com/office/drawing/2014/main" id="{AB1B10A5-909C-A5FA-17F7-8E25B9D620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19" y="5385239"/>
            <a:ext cx="684116" cy="948897"/>
          </a:xfrm>
          <a:prstGeom prst="rect">
            <a:avLst/>
          </a:prstGeom>
        </p:spPr>
      </p:pic>
      <p:pic>
        <p:nvPicPr>
          <p:cNvPr id="33" name="Afbeelding 32" descr="Afbeelding met symbool, logo, tekst, embleem&#10;&#10;Door AI gegenereerde inhoud is mogelijk onjuist.">
            <a:extLst>
              <a:ext uri="{FF2B5EF4-FFF2-40B4-BE49-F238E27FC236}">
                <a16:creationId xmlns:a16="http://schemas.microsoft.com/office/drawing/2014/main" id="{D5B67A17-DFCB-09E4-1FB3-F196CE0941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093" y="5393766"/>
            <a:ext cx="918272" cy="918272"/>
          </a:xfrm>
          <a:prstGeom prst="rect">
            <a:avLst/>
          </a:prstGeom>
        </p:spPr>
      </p:pic>
      <p:pic>
        <p:nvPicPr>
          <p:cNvPr id="35" name="Afbeelding 34" descr="Afbeelding met ontwerp, tekenfilm, clipart&#10;&#10;Door AI gegenereerde inhoud is mogelijk onjuist.">
            <a:extLst>
              <a:ext uri="{FF2B5EF4-FFF2-40B4-BE49-F238E27FC236}">
                <a16:creationId xmlns:a16="http://schemas.microsoft.com/office/drawing/2014/main" id="{57D8A35F-B580-C5D0-1682-E7AEC5AC73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9" y="3159691"/>
            <a:ext cx="529347" cy="369332"/>
          </a:xfrm>
          <a:prstGeom prst="rect">
            <a:avLst/>
          </a:prstGeom>
        </p:spPr>
      </p:pic>
      <p:sp>
        <p:nvSpPr>
          <p:cNvPr id="36" name="Tekstvak 35">
            <a:extLst>
              <a:ext uri="{FF2B5EF4-FFF2-40B4-BE49-F238E27FC236}">
                <a16:creationId xmlns:a16="http://schemas.microsoft.com/office/drawing/2014/main" id="{4CA0E18E-6CA5-6A5D-B060-11D92C83CE79}"/>
              </a:ext>
            </a:extLst>
          </p:cNvPr>
          <p:cNvSpPr txBox="1"/>
          <p:nvPr/>
        </p:nvSpPr>
        <p:spPr>
          <a:xfrm>
            <a:off x="1259585" y="3159691"/>
            <a:ext cx="584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Data Communities, Outdoor activities &amp; travelling</a:t>
            </a:r>
          </a:p>
        </p:txBody>
      </p:sp>
      <p:pic>
        <p:nvPicPr>
          <p:cNvPr id="1030" name="Picture 6" descr="Number 20 - Free education icons">
            <a:extLst>
              <a:ext uri="{FF2B5EF4-FFF2-40B4-BE49-F238E27FC236}">
                <a16:creationId xmlns:a16="http://schemas.microsoft.com/office/drawing/2014/main" id="{1DDC2E41-9AA1-4E8F-F85C-39D0B4C4E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98" y="2407403"/>
            <a:ext cx="486914" cy="48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kstvak 36">
            <a:extLst>
              <a:ext uri="{FF2B5EF4-FFF2-40B4-BE49-F238E27FC236}">
                <a16:creationId xmlns:a16="http://schemas.microsoft.com/office/drawing/2014/main" id="{63AF57C6-4189-136E-F238-DDD51838A576}"/>
              </a:ext>
            </a:extLst>
          </p:cNvPr>
          <p:cNvSpPr txBox="1"/>
          <p:nvPr/>
        </p:nvSpPr>
        <p:spPr>
          <a:xfrm>
            <a:off x="1259585" y="2466194"/>
            <a:ext cx="584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20 years in the IT world,  almost 15 years in Data world</a:t>
            </a:r>
          </a:p>
        </p:txBody>
      </p:sp>
    </p:spTree>
    <p:extLst>
      <p:ext uri="{BB962C8B-B14F-4D97-AF65-F5344CB8AC3E}">
        <p14:creationId xmlns:p14="http://schemas.microsoft.com/office/powerpoint/2010/main" val="367490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42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57" name="Rectangle 44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21078E-A575-AB53-E29B-005E35CE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3" y="386441"/>
            <a:ext cx="8321041" cy="1454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3600" noProof="0" dirty="0">
                <a:solidFill>
                  <a:schemeClr val="tx2"/>
                </a:solidFill>
              </a:rPr>
              <a:t>Why am I talking about Databricks Asset Bundles (DABS)?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1D5D59-1DF1-BC56-A554-5DE0E5463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065066"/>
            <a:ext cx="7173468" cy="4291284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C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ode handling and deployment mostly done with import/export of</a:t>
            </a: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notebooks between DB (Databricks) workspaces. </a:t>
            </a:r>
          </a:p>
          <a:p>
            <a:pPr>
              <a:buFontTx/>
              <a:buChar char="-"/>
            </a:pPr>
            <a:r>
              <a:rPr lang="nl-NL" sz="1800" dirty="0">
                <a:solidFill>
                  <a:schemeClr val="tx2"/>
                </a:solidFill>
                <a:latin typeface="Abadi Extra Light" panose="020B0204020104020204" pitchFamily="34" charset="0"/>
              </a:rPr>
              <a:t>H</a:t>
            </a:r>
            <a:r>
              <a:rPr lang="en-NL" sz="1800" noProof="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andling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of DBR (Databricks Runtime) version and alignment </a:t>
            </a:r>
            <a:r>
              <a:rPr lang="nl-NL" sz="1800" dirty="0" err="1">
                <a:solidFill>
                  <a:schemeClr val="tx2"/>
                </a:solidFill>
                <a:latin typeface="Abadi Extra Light" panose="020B0204020104020204" pitchFamily="34" charset="0"/>
              </a:rPr>
              <a:t>between</a:t>
            </a:r>
            <a:r>
              <a:rPr lang="nl-NL" sz="180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Clusters a highly</a:t>
            </a: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manual and administrative work</a:t>
            </a: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.</a:t>
            </a:r>
            <a:endParaRPr lang="en-NL" sz="1800" noProof="0" dirty="0">
              <a:solidFill>
                <a:schemeClr val="tx2"/>
              </a:solidFill>
              <a:latin typeface="Abadi Extra Light" panose="020B0204020104020204" pitchFamily="34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M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any challenges on security level</a:t>
            </a: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.</a:t>
            </a:r>
            <a:r>
              <a:rPr lang="nl-NL" sz="1800" dirty="0">
                <a:solidFill>
                  <a:schemeClr val="tx2"/>
                </a:solidFill>
                <a:latin typeface="Abadi Extra Light" panose="020B0204020104020204" pitchFamily="34" charset="0"/>
              </a:rPr>
              <a:t> T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he right code and data</a:t>
            </a: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,</a:t>
            </a:r>
            <a:r>
              <a:rPr lang="nl-NL" sz="180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for the</a:t>
            </a:r>
            <a:r>
              <a:rPr lang="nl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right team, at the right workspaces and with the right permissions.</a:t>
            </a:r>
            <a:endParaRPr lang="nl-NL" sz="1800" noProof="0" dirty="0">
              <a:solidFill>
                <a:schemeClr val="tx2"/>
              </a:solidFill>
              <a:latin typeface="Abadi Extra Light" panose="020B0204020104020204" pitchFamily="34" charset="0"/>
            </a:endParaRPr>
          </a:p>
          <a:p>
            <a:pPr marL="0" indent="0" algn="just">
              <a:buNone/>
            </a:pPr>
            <a:endParaRPr lang="nl-NL" sz="1800" dirty="0">
              <a:solidFill>
                <a:schemeClr val="tx2"/>
              </a:solidFill>
              <a:latin typeface="Abadi Extra Light" panose="020B0204020104020204" pitchFamily="34" charset="0"/>
            </a:endParaRPr>
          </a:p>
          <a:p>
            <a:pPr marL="0" indent="0" algn="just">
              <a:buNone/>
            </a:pP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When DBAS announced to handle </a:t>
            </a:r>
            <a:r>
              <a:rPr lang="en-NL" sz="1800" b="1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collaboration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and </a:t>
            </a:r>
            <a:r>
              <a:rPr lang="en-NL" sz="1800" b="1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automation,</a:t>
            </a:r>
            <a:r>
              <a:rPr lang="en-NL" sz="1800" noProof="0" dirty="0">
                <a:solidFill>
                  <a:schemeClr val="tx2"/>
                </a:solidFill>
                <a:latin typeface="Abadi Extra Light" panose="020B0204020104020204" pitchFamily="34" charset="0"/>
              </a:rPr>
              <a:t> I was very eager to implement but encountered several challenges and learned many lessons.</a:t>
            </a:r>
          </a:p>
          <a:p>
            <a:pPr marL="0" indent="0" algn="just">
              <a:buNone/>
            </a:pPr>
            <a:endParaRPr lang="en-NL" sz="1800" noProof="0" dirty="0">
              <a:solidFill>
                <a:schemeClr val="tx2"/>
              </a:solidFill>
              <a:latin typeface="Abadi Extra Light" panose="020B0204020104020204" pitchFamily="34" charset="0"/>
            </a:endParaRPr>
          </a:p>
        </p:txBody>
      </p:sp>
      <p:grpSp>
        <p:nvGrpSpPr>
          <p:cNvPr id="58" name="Group 4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7" name="Afbeelding 6" descr="Afbeelding met buitenshuis, gras, boom, plant&#10;&#10;Door AI gegenereerde inhoud is mogelijk onjuist.">
            <a:extLst>
              <a:ext uri="{FF2B5EF4-FFF2-40B4-BE49-F238E27FC236}">
                <a16:creationId xmlns:a16="http://schemas.microsoft.com/office/drawing/2014/main" id="{EF07EA54-224E-8875-5371-6DF99DB2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317691" y="1700784"/>
            <a:ext cx="2923633" cy="43799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14470D6-1F80-D220-EEAC-C78C2F9F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pic>
        <p:nvPicPr>
          <p:cNvPr id="11" name="Afbeelding 10" descr="Afbeelding met Graphics, logo, ontwerp, schermopname&#10;&#10;Door AI gegenereerde inhoud is mogelijk onjuist.">
            <a:extLst>
              <a:ext uri="{FF2B5EF4-FFF2-40B4-BE49-F238E27FC236}">
                <a16:creationId xmlns:a16="http://schemas.microsoft.com/office/drawing/2014/main" id="{F4EB3C54-3E0E-0F8D-7F3D-58296B9D1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89215" y="4494401"/>
            <a:ext cx="2780583" cy="145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95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E936E3-B5D6-3B1B-C998-7B7FA99A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3" y="396963"/>
            <a:ext cx="6193578" cy="677831"/>
          </a:xfrm>
        </p:spPr>
        <p:txBody>
          <a:bodyPr anchor="b">
            <a:normAutofit/>
          </a:bodyPr>
          <a:lstStyle/>
          <a:p>
            <a:pPr algn="ctr"/>
            <a:r>
              <a:rPr lang="en-NL" sz="3600" noProof="0" dirty="0">
                <a:solidFill>
                  <a:schemeClr val="tx2"/>
                </a:solidFill>
              </a:rPr>
              <a:t>Where is DABS coming from?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6A0419B1-4382-7B74-EB1F-833C5E69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949" y="3928057"/>
            <a:ext cx="5041844" cy="2067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09A3CFC7-3BBE-9F76-C6E8-1B6FF2789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8713" y="1081662"/>
            <a:ext cx="5029200" cy="3227626"/>
          </a:xfrm>
        </p:spPr>
        <p:txBody>
          <a:bodyPr anchor="ctr">
            <a:normAutofit/>
          </a:bodyPr>
          <a:lstStyle/>
          <a:p>
            <a:r>
              <a:rPr lang="en-NL" sz="1800" noProof="0" dirty="0">
                <a:solidFill>
                  <a:schemeClr val="tx2"/>
                </a:solidFill>
              </a:rPr>
              <a:t>Databricks strong adoption as Data and AI  Platform within companies.</a:t>
            </a:r>
          </a:p>
          <a:p>
            <a:r>
              <a:rPr lang="en-NL" sz="1800" noProof="0" dirty="0">
                <a:solidFill>
                  <a:schemeClr val="tx2"/>
                </a:solidFill>
              </a:rPr>
              <a:t>Due to its adoption the need for standardization in their CI/CD strategy, also referred to as </a:t>
            </a:r>
            <a:r>
              <a:rPr lang="en-NL" sz="1800" b="1" noProof="0" dirty="0">
                <a:solidFill>
                  <a:schemeClr val="tx2"/>
                </a:solidFill>
              </a:rPr>
              <a:t>Collaboration</a:t>
            </a:r>
            <a:r>
              <a:rPr lang="en-NL" sz="1800" noProof="0" dirty="0">
                <a:solidFill>
                  <a:schemeClr val="tx2"/>
                </a:solidFill>
              </a:rPr>
              <a:t> and </a:t>
            </a:r>
            <a:r>
              <a:rPr lang="en-NL" sz="1800" b="1" noProof="0" dirty="0">
                <a:solidFill>
                  <a:schemeClr val="tx2"/>
                </a:solidFill>
              </a:rPr>
              <a:t>Automation</a:t>
            </a:r>
            <a:r>
              <a:rPr lang="en-NL" sz="1800" noProof="0" dirty="0">
                <a:solidFill>
                  <a:schemeClr val="tx2"/>
                </a:solidFill>
              </a:rPr>
              <a:t>.</a:t>
            </a:r>
          </a:p>
          <a:p>
            <a:r>
              <a:rPr lang="en-NL" sz="1800" noProof="0" dirty="0">
                <a:solidFill>
                  <a:schemeClr val="tx2"/>
                </a:solidFill>
              </a:rPr>
              <a:t>Became GA (general available) in April 2024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785072B-B79E-B0F6-9FBE-35310365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EFE23C9-9236-9562-7DE7-8115345E0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9" y="2705337"/>
            <a:ext cx="3704061" cy="38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3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E70D7E-BBE3-CE1C-0B87-62976409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1" y="136525"/>
            <a:ext cx="3902110" cy="657591"/>
          </a:xfrm>
        </p:spPr>
        <p:txBody>
          <a:bodyPr anchor="b">
            <a:normAutofit/>
          </a:bodyPr>
          <a:lstStyle/>
          <a:p>
            <a:pPr algn="ctr"/>
            <a:r>
              <a:rPr lang="en-NL" sz="3600" noProof="0" dirty="0">
                <a:solidFill>
                  <a:schemeClr val="tx2"/>
                </a:solidFill>
              </a:rPr>
              <a:t>When to use it?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C49FD0-2F52-A687-4874-CBA49748A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71" y="1730662"/>
            <a:ext cx="9833548" cy="1072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1800" i="1" noProof="0" dirty="0">
                <a:solidFill>
                  <a:schemeClr val="tx2"/>
                </a:solidFill>
              </a:rPr>
              <a:t>Use them when you want to manage complex projects where multiple contributors and automation are essential, and continuous integration and deployment (CI/CD) are a requirement. </a:t>
            </a:r>
            <a:r>
              <a:rPr lang="en-NL" sz="1000" noProof="0" dirty="0">
                <a:solidFill>
                  <a:schemeClr val="tx2"/>
                </a:solidFill>
              </a:rPr>
              <a:t>Source: https://learn.microsoft.com/en-us/azure/databricks/dev-tools/bundles/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20988-7ECE-41F6-57B5-405E0B7B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E7D95B3-9F09-F0CF-5F40-BC44AB1EA628}"/>
              </a:ext>
            </a:extLst>
          </p:cNvPr>
          <p:cNvSpPr txBox="1"/>
          <p:nvPr/>
        </p:nvSpPr>
        <p:spPr>
          <a:xfrm>
            <a:off x="667785" y="1216868"/>
            <a:ext cx="443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we ask Databricks, we get: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928B5FD5-F95F-AA4B-0097-68E36F83373F}"/>
              </a:ext>
            </a:extLst>
          </p:cNvPr>
          <p:cNvSpPr txBox="1"/>
          <p:nvPr/>
        </p:nvSpPr>
        <p:spPr>
          <a:xfrm>
            <a:off x="2162239" y="2769819"/>
            <a:ext cx="389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you ask me, I’ll tell you: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F05FEB5C-C920-3C11-89BE-FC6885BAC2D9}"/>
              </a:ext>
            </a:extLst>
          </p:cNvPr>
          <p:cNvSpPr txBox="1">
            <a:spLocks/>
          </p:cNvSpPr>
          <p:nvPr/>
        </p:nvSpPr>
        <p:spPr>
          <a:xfrm>
            <a:off x="2984630" y="3341585"/>
            <a:ext cx="8353287" cy="179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800" i="1" noProof="0" dirty="0">
                <a:solidFill>
                  <a:schemeClr val="tx2"/>
                </a:solidFill>
              </a:rPr>
              <a:t>With a team of 2+ members.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NL" sz="1800" i="1" noProof="0" dirty="0">
                <a:solidFill>
                  <a:schemeClr val="tx2"/>
                </a:solidFill>
              </a:rPr>
              <a:t>Several solutions running in Databricks or looking to migrate them.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NL" sz="1800" i="1" noProof="0" dirty="0">
                <a:solidFill>
                  <a:schemeClr val="tx2"/>
                </a:solidFill>
              </a:rPr>
              <a:t>Standardize deployment to your DTAP (Development, Test, Acceptance and Production) environments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NL" sz="1800" i="1" noProof="0" dirty="0">
                <a:solidFill>
                  <a:schemeClr val="tx2"/>
                </a:solidFill>
              </a:rPr>
              <a:t> </a:t>
            </a:r>
            <a:endParaRPr lang="en-NL" sz="1000" i="1" noProof="0" dirty="0">
              <a:solidFill>
                <a:schemeClr val="tx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L" sz="1800" i="1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58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046" name="Rectangle 103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9A5BC6-C6C0-9C67-3344-72588698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37" y="58051"/>
            <a:ext cx="4114801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DABS Architecture</a:t>
            </a:r>
          </a:p>
        </p:txBody>
      </p:sp>
      <p:grpSp>
        <p:nvGrpSpPr>
          <p:cNvPr id="1047" name="Group 103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48" name="Freeform: Shape 103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049" name="Freeform: Shape 103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050" name="Freeform: Shape 103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1026" name="Picture 2" descr="Databricks Asset Bundles overview">
            <a:extLst>
              <a:ext uri="{FF2B5EF4-FFF2-40B4-BE49-F238E27FC236}">
                <a16:creationId xmlns:a16="http://schemas.microsoft.com/office/drawing/2014/main" id="{CB54E597-CD88-44EA-6CBA-2F44D7D88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1994" y="1436403"/>
            <a:ext cx="6927705" cy="389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DC5493F-7E7C-E3E6-4174-0E8A4462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</p:spTree>
    <p:extLst>
      <p:ext uri="{BB962C8B-B14F-4D97-AF65-F5344CB8AC3E}">
        <p14:creationId xmlns:p14="http://schemas.microsoft.com/office/powerpoint/2010/main" val="231415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FE861-D0E8-E9F9-9E90-03D6A4CD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33">
            <a:extLst>
              <a:ext uri="{FF2B5EF4-FFF2-40B4-BE49-F238E27FC236}">
                <a16:creationId xmlns:a16="http://schemas.microsoft.com/office/drawing/2014/main" id="{82D97152-1CFA-8916-535E-8680ABB1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52" name="Rectangle 35">
            <a:extLst>
              <a:ext uri="{FF2B5EF4-FFF2-40B4-BE49-F238E27FC236}">
                <a16:creationId xmlns:a16="http://schemas.microsoft.com/office/drawing/2014/main" id="{1940C253-44BA-470C-3316-8F3208903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53" name="Rectangle 37">
            <a:extLst>
              <a:ext uri="{FF2B5EF4-FFF2-40B4-BE49-F238E27FC236}">
                <a16:creationId xmlns:a16="http://schemas.microsoft.com/office/drawing/2014/main" id="{7B883396-8F3F-C90B-30A9-488FC167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54" name="Group 39">
            <a:extLst>
              <a:ext uri="{FF2B5EF4-FFF2-40B4-BE49-F238E27FC236}">
                <a16:creationId xmlns:a16="http://schemas.microsoft.com/office/drawing/2014/main" id="{7B742256-0AEB-C08B-5AD4-8EECF3AC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55" name="Freeform: Shape 40">
              <a:extLst>
                <a:ext uri="{FF2B5EF4-FFF2-40B4-BE49-F238E27FC236}">
                  <a16:creationId xmlns:a16="http://schemas.microsoft.com/office/drawing/2014/main" id="{3A8CE5BB-FB96-0949-47F5-8A03EE21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6" name="Freeform: Shape 41">
              <a:extLst>
                <a:ext uri="{FF2B5EF4-FFF2-40B4-BE49-F238E27FC236}">
                  <a16:creationId xmlns:a16="http://schemas.microsoft.com/office/drawing/2014/main" id="{BC2CCE16-DD00-53A8-F322-494F02E1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7" name="Freeform: Shape 42">
              <a:extLst>
                <a:ext uri="{FF2B5EF4-FFF2-40B4-BE49-F238E27FC236}">
                  <a16:creationId xmlns:a16="http://schemas.microsoft.com/office/drawing/2014/main" id="{79618295-3833-AE6C-EB84-F1FC48E81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8" name="Freeform: Shape 43">
              <a:extLst>
                <a:ext uri="{FF2B5EF4-FFF2-40B4-BE49-F238E27FC236}">
                  <a16:creationId xmlns:a16="http://schemas.microsoft.com/office/drawing/2014/main" id="{4A3509C4-7A24-847E-059C-B6917D9E1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187522-A966-D20A-FF4D-50D4061C4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4329E46-2B80-5243-B6E3-AAAED7233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0309578-AD38-23DC-6555-81B795737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CA2F82-E731-68B6-9AA5-66EA2B0BB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E43C9A-5060-46E0-D268-9CD424AF2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8BBD40-36B8-3949-990E-F3262A01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8BD8FCD-E323-6B63-AECC-73841F62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7" y="84811"/>
            <a:ext cx="4373880" cy="1325563"/>
          </a:xfrm>
        </p:spPr>
        <p:txBody>
          <a:bodyPr anchor="t">
            <a:normAutofit/>
          </a:bodyPr>
          <a:lstStyle/>
          <a:p>
            <a:r>
              <a:rPr lang="en-NL" sz="8000" noProof="0" dirty="0"/>
              <a:t>The path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D1A5F3B-B028-686E-DED4-C7C12B50B165}"/>
              </a:ext>
            </a:extLst>
          </p:cNvPr>
          <p:cNvSpPr txBox="1"/>
          <p:nvPr/>
        </p:nvSpPr>
        <p:spPr>
          <a:xfrm>
            <a:off x="517889" y="4555856"/>
            <a:ext cx="3859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Small Disclosure:</a:t>
            </a:r>
          </a:p>
          <a:p>
            <a:r>
              <a:rPr lang="en-NL" noProof="0" dirty="0"/>
              <a:t>This is the path I would advise based on my own learning, lessons and experience.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63716171-AFE9-D8BD-711D-7CA86891FB66}"/>
              </a:ext>
            </a:extLst>
          </p:cNvPr>
          <p:cNvSpPr txBox="1"/>
          <p:nvPr/>
        </p:nvSpPr>
        <p:spPr>
          <a:xfrm>
            <a:off x="332915" y="1132859"/>
            <a:ext cx="404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 to take a walk</a:t>
            </a:r>
          </a:p>
        </p:txBody>
      </p:sp>
    </p:spTree>
    <p:extLst>
      <p:ext uri="{BB962C8B-B14F-4D97-AF65-F5344CB8AC3E}">
        <p14:creationId xmlns:p14="http://schemas.microsoft.com/office/powerpoint/2010/main" val="270687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A56F8F-C29A-83EE-4D9F-71724BC2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64" y="136525"/>
            <a:ext cx="9833548" cy="815286"/>
          </a:xfrm>
        </p:spPr>
        <p:txBody>
          <a:bodyPr anchor="b">
            <a:normAutofit/>
          </a:bodyPr>
          <a:lstStyle/>
          <a:p>
            <a:pPr algn="ctr"/>
            <a:r>
              <a:rPr lang="en-NL" sz="3600" noProof="0" dirty="0">
                <a:solidFill>
                  <a:schemeClr val="tx2"/>
                </a:solidFill>
              </a:rPr>
              <a:t>Imagine that you are walking a path for the first time.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41C251-7D71-4B5B-2091-49EE335E3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89" y="1470253"/>
            <a:ext cx="4114800" cy="675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36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do you do?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4CD6F17-9EC9-9EA9-7535-B8192C4B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pic>
        <p:nvPicPr>
          <p:cNvPr id="6" name="Afbeelding 5" descr="Afbeelding met persoon, boom, kleding, buitenshuis&#10;&#10;Door AI gegenereerde inhoud is mogelijk onjuist.">
            <a:extLst>
              <a:ext uri="{FF2B5EF4-FFF2-40B4-BE49-F238E27FC236}">
                <a16:creationId xmlns:a16="http://schemas.microsoft.com/office/drawing/2014/main" id="{8602A8C4-1350-EEBD-2306-26A208D0F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947" y="1470253"/>
            <a:ext cx="4338499" cy="4338499"/>
          </a:xfrm>
          <a:prstGeom prst="rect">
            <a:avLst/>
          </a:prstGeom>
        </p:spPr>
      </p:pic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9772B8E9-64F9-85F0-F1D5-D582AFCC1523}"/>
              </a:ext>
            </a:extLst>
          </p:cNvPr>
          <p:cNvSpPr txBox="1">
            <a:spLocks/>
          </p:cNvSpPr>
          <p:nvPr/>
        </p:nvSpPr>
        <p:spPr>
          <a:xfrm>
            <a:off x="704097" y="3151430"/>
            <a:ext cx="4677784" cy="67519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36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You look for landmarks 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1223A6E3-7BB6-7058-14AE-E650343C9533}"/>
              </a:ext>
            </a:extLst>
          </p:cNvPr>
          <p:cNvSpPr txBox="1">
            <a:spLocks/>
          </p:cNvSpPr>
          <p:nvPr/>
        </p:nvSpPr>
        <p:spPr>
          <a:xfrm>
            <a:off x="5423323" y="5808752"/>
            <a:ext cx="4677784" cy="675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4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“Things that tell you are on the right path”</a:t>
            </a:r>
          </a:p>
        </p:txBody>
      </p:sp>
    </p:spTree>
    <p:extLst>
      <p:ext uri="{BB962C8B-B14F-4D97-AF65-F5344CB8AC3E}">
        <p14:creationId xmlns:p14="http://schemas.microsoft.com/office/powerpoint/2010/main" val="414392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4D315-B498-213E-253D-547AE472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C264FB8-8556-D003-F3AA-FCF3A094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4379" y="6408064"/>
            <a:ext cx="263414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NL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Free your Data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0404A96-71CE-CDF1-0625-4B953F7CD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362503"/>
              </p:ext>
            </p:extLst>
          </p:nvPr>
        </p:nvGraphicFramePr>
        <p:xfrm>
          <a:off x="1188062" y="1825625"/>
          <a:ext cx="9806138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4D9CE3E0-87AD-D27E-CECE-4710AC0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7" y="84811"/>
            <a:ext cx="5447200" cy="1325563"/>
          </a:xfrm>
        </p:spPr>
        <p:txBody>
          <a:bodyPr anchor="t">
            <a:normAutofit/>
          </a:bodyPr>
          <a:lstStyle/>
          <a:p>
            <a:r>
              <a:rPr lang="en-NL" sz="3600" noProof="0" dirty="0"/>
              <a:t>Landmarks to look for</a:t>
            </a:r>
          </a:p>
        </p:txBody>
      </p:sp>
      <p:sp>
        <p:nvSpPr>
          <p:cNvPr id="7" name="Rechthoek 6" descr="Hill scene">
            <a:extLst>
              <a:ext uri="{FF2B5EF4-FFF2-40B4-BE49-F238E27FC236}">
                <a16:creationId xmlns:a16="http://schemas.microsoft.com/office/drawing/2014/main" id="{C25430A3-8B31-2ED1-FD88-8ADBF62C49FD}"/>
              </a:ext>
            </a:extLst>
          </p:cNvPr>
          <p:cNvSpPr/>
          <p:nvPr/>
        </p:nvSpPr>
        <p:spPr>
          <a:xfrm>
            <a:off x="6864286" y="1880678"/>
            <a:ext cx="1023750" cy="102375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NL" noProof="0" dirty="0"/>
          </a:p>
        </p:txBody>
      </p:sp>
      <p:sp>
        <p:nvSpPr>
          <p:cNvPr id="10" name="Rechthoek 9" descr="Boeken">
            <a:extLst>
              <a:ext uri="{FF2B5EF4-FFF2-40B4-BE49-F238E27FC236}">
                <a16:creationId xmlns:a16="http://schemas.microsoft.com/office/drawing/2014/main" id="{ADD6D5EB-377C-B7E4-E740-C00D8E9BEC70}"/>
              </a:ext>
            </a:extLst>
          </p:cNvPr>
          <p:cNvSpPr/>
          <p:nvPr/>
        </p:nvSpPr>
        <p:spPr>
          <a:xfrm>
            <a:off x="9865185" y="5131756"/>
            <a:ext cx="1023750" cy="1023750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NL" noProof="0" dirty="0"/>
          </a:p>
        </p:txBody>
      </p:sp>
      <p:sp>
        <p:nvSpPr>
          <p:cNvPr id="11" name="Rechthoek 10" descr="Controlelijst">
            <a:extLst>
              <a:ext uri="{FF2B5EF4-FFF2-40B4-BE49-F238E27FC236}">
                <a16:creationId xmlns:a16="http://schemas.microsoft.com/office/drawing/2014/main" id="{3D3FAC60-827C-97A8-ACCF-794BCAF22F4B}"/>
              </a:ext>
            </a:extLst>
          </p:cNvPr>
          <p:cNvSpPr/>
          <p:nvPr/>
        </p:nvSpPr>
        <p:spPr>
          <a:xfrm>
            <a:off x="3859859" y="5131756"/>
            <a:ext cx="1023750" cy="1023750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NL" noProof="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2A0134E-F10F-FAD6-5436-359C9A834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467" y="3562337"/>
            <a:ext cx="2471655" cy="129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89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4F746-BE65-DA8B-F2AA-8CFADE0A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F551805-931B-E542-B123-B32BDD63A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2A8789-A700-0429-8941-344767F5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B68D54-93D0-C015-0FD4-99A748E8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37" y="216761"/>
            <a:ext cx="3170267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landmarks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60D939-FF76-1D19-8B0F-9F17E351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B127E41-B0E2-3446-C57A-5389F3238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763E386-7506-A40E-849C-BF6411208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C892673-E32B-916A-64EC-7CFFA15A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5D69E8F-B949-F5A7-59A0-0C6303E9B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7FB0398-2C5F-44FE-820A-5C5569D8A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EAF3EFB-5566-E534-34DB-3D66B949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CE18C8B-4CF8-DBBE-C1D7-DB2FD66D4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7CBBE08-92EB-4134-13AC-2246242B3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4A63245-F129-39C2-9552-401512DB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A5DD2BB-9285-2E16-91B1-19D4EA4B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5A1DE7B-2DEF-26B6-F9FB-EC5155E6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75" y="1476301"/>
            <a:ext cx="665991" cy="643168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06DC6A34-CFE0-1C00-5871-1BDFEAD91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075" y="3158225"/>
            <a:ext cx="647298" cy="647298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892EF44B-77F2-1C10-A38E-C613FF2F4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877" y="4937423"/>
            <a:ext cx="644186" cy="647298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7F45F1F9-9678-F92D-E7F3-DC7CBCDA9838}"/>
              </a:ext>
            </a:extLst>
          </p:cNvPr>
          <p:cNvSpPr txBox="1"/>
          <p:nvPr/>
        </p:nvSpPr>
        <p:spPr>
          <a:xfrm>
            <a:off x="1212886" y="1081353"/>
            <a:ext cx="134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Landscape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D5246F30-5152-5372-8190-5342BC5F7BA3}"/>
              </a:ext>
            </a:extLst>
          </p:cNvPr>
          <p:cNvSpPr txBox="1"/>
          <p:nvPr/>
        </p:nvSpPr>
        <p:spPr>
          <a:xfrm>
            <a:off x="8803640" y="2812987"/>
            <a:ext cx="134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Resources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53D49855-C72E-6708-3E41-973C23D87A8F}"/>
              </a:ext>
            </a:extLst>
          </p:cNvPr>
          <p:cNvSpPr txBox="1"/>
          <p:nvPr/>
        </p:nvSpPr>
        <p:spPr>
          <a:xfrm>
            <a:off x="1366516" y="4560734"/>
            <a:ext cx="103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Projects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30666233-EF6B-E1B1-A03E-B57CD6E1DA46}"/>
              </a:ext>
            </a:extLst>
          </p:cNvPr>
          <p:cNvSpPr txBox="1"/>
          <p:nvPr/>
        </p:nvSpPr>
        <p:spPr>
          <a:xfrm>
            <a:off x="3108959" y="1118794"/>
            <a:ext cx="6690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Aspects that host and integrates your Databricks Data and AI environment.</a:t>
            </a:r>
          </a:p>
          <a:p>
            <a:r>
              <a:rPr lang="en-NL" noProof="0" dirty="0"/>
              <a:t>Such as Development Environments, CI/CD,  Databricks workspaces, Clusters, Network, Security and similar.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FF17D5F7-8E3B-20B9-F352-4A51B9CA9EFE}"/>
              </a:ext>
            </a:extLst>
          </p:cNvPr>
          <p:cNvSpPr txBox="1"/>
          <p:nvPr/>
        </p:nvSpPr>
        <p:spPr>
          <a:xfrm>
            <a:off x="1366516" y="2895875"/>
            <a:ext cx="7062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Anything that contributes within your Data &amp; AI landscape.</a:t>
            </a:r>
          </a:p>
          <a:p>
            <a:r>
              <a:rPr lang="en-NL" noProof="0" dirty="0"/>
              <a:t>This can be Development Tooling, External parties Libraries, Dependencies (technical and non-technical) , knowledge levels, Decision makers.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9D77AC30-F772-3DF9-4D66-9CD95AD57941}"/>
              </a:ext>
            </a:extLst>
          </p:cNvPr>
          <p:cNvSpPr txBox="1"/>
          <p:nvPr/>
        </p:nvSpPr>
        <p:spPr>
          <a:xfrm>
            <a:off x="3061448" y="4788170"/>
            <a:ext cx="6737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The core of what your Data&amp; AI solution is delivering.</a:t>
            </a:r>
          </a:p>
          <a:p>
            <a:r>
              <a:rPr lang="en-NL" noProof="0" dirty="0"/>
              <a:t>Such as Notebooks, Jobs, Pipelines, Models, Transformations, Dashboards and similar. </a:t>
            </a:r>
          </a:p>
        </p:txBody>
      </p:sp>
      <p:sp>
        <p:nvSpPr>
          <p:cNvPr id="17" name="Vierkante haak rechts 16">
            <a:extLst>
              <a:ext uri="{FF2B5EF4-FFF2-40B4-BE49-F238E27FC236}">
                <a16:creationId xmlns:a16="http://schemas.microsoft.com/office/drawing/2014/main" id="{742B37FD-7CC6-4DAF-2EAB-41C97EFAFB3E}"/>
              </a:ext>
            </a:extLst>
          </p:cNvPr>
          <p:cNvSpPr/>
          <p:nvPr/>
        </p:nvSpPr>
        <p:spPr>
          <a:xfrm>
            <a:off x="2818502" y="1081353"/>
            <a:ext cx="45719" cy="1237770"/>
          </a:xfrm>
          <a:prstGeom prst="rightBracke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8" name="Vierkante haak rechts 17">
            <a:extLst>
              <a:ext uri="{FF2B5EF4-FFF2-40B4-BE49-F238E27FC236}">
                <a16:creationId xmlns:a16="http://schemas.microsoft.com/office/drawing/2014/main" id="{6C342892-9E6F-0733-FA5E-32BDCBEDB5D3}"/>
              </a:ext>
            </a:extLst>
          </p:cNvPr>
          <p:cNvSpPr/>
          <p:nvPr/>
        </p:nvSpPr>
        <p:spPr>
          <a:xfrm rot="10800000">
            <a:off x="8517202" y="2834784"/>
            <a:ext cx="45719" cy="1237770"/>
          </a:xfrm>
          <a:prstGeom prst="rightBracket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9" name="Vierkante haak rechts 18">
            <a:extLst>
              <a:ext uri="{FF2B5EF4-FFF2-40B4-BE49-F238E27FC236}">
                <a16:creationId xmlns:a16="http://schemas.microsoft.com/office/drawing/2014/main" id="{29B67A9F-7559-ADAF-8CF1-3591CB8DED28}"/>
              </a:ext>
            </a:extLst>
          </p:cNvPr>
          <p:cNvSpPr/>
          <p:nvPr/>
        </p:nvSpPr>
        <p:spPr>
          <a:xfrm>
            <a:off x="2762039" y="4606531"/>
            <a:ext cx="45719" cy="123777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</p:spTree>
    <p:extLst>
      <p:ext uri="{BB962C8B-B14F-4D97-AF65-F5344CB8AC3E}">
        <p14:creationId xmlns:p14="http://schemas.microsoft.com/office/powerpoint/2010/main" val="302793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8" grpId="0"/>
      <p:bldP spid="15" grpId="0"/>
      <p:bldP spid="16" grpId="0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6B5FA-F238-E111-234C-FD0584FF5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30">
            <a:extLst>
              <a:ext uri="{FF2B5EF4-FFF2-40B4-BE49-F238E27FC236}">
                <a16:creationId xmlns:a16="http://schemas.microsoft.com/office/drawing/2014/main" id="{570480B5-C92A-5399-2A9E-5E5D801E0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9518FCD-9168-5D85-F72B-36EBC428F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1EAC9739-3521-EA0F-025D-026D254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97691"/>
            <a:ext cx="5378624" cy="6402614"/>
            <a:chOff x="-19221" y="197691"/>
            <a:chExt cx="5378624" cy="6402614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F899F275-A16B-7EBB-B650-AE0FDFE3E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29" name="Freeform: Shape 1036">
              <a:extLst>
                <a:ext uri="{FF2B5EF4-FFF2-40B4-BE49-F238E27FC236}">
                  <a16:creationId xmlns:a16="http://schemas.microsoft.com/office/drawing/2014/main" id="{3188FD2E-4B27-2624-B492-3AA4A23CC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0" name="Freeform: Shape 1037">
              <a:extLst>
                <a:ext uri="{FF2B5EF4-FFF2-40B4-BE49-F238E27FC236}">
                  <a16:creationId xmlns:a16="http://schemas.microsoft.com/office/drawing/2014/main" id="{DD7A4D97-4855-0255-7E5A-E12CAAC8E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2" name="Freeform: Shape 1038">
              <a:extLst>
                <a:ext uri="{FF2B5EF4-FFF2-40B4-BE49-F238E27FC236}">
                  <a16:creationId xmlns:a16="http://schemas.microsoft.com/office/drawing/2014/main" id="{9FA70863-2162-9CC6-06E5-91C60792C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4" name="Freeform: Shape 1039">
              <a:extLst>
                <a:ext uri="{FF2B5EF4-FFF2-40B4-BE49-F238E27FC236}">
                  <a16:creationId xmlns:a16="http://schemas.microsoft.com/office/drawing/2014/main" id="{CF59202B-7B48-FA9F-FD54-659690677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148B018-D381-1199-D5A8-B151D144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992" y="6459259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NL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Free your Data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F2119B2-B5DA-EE0D-1691-0476E220A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138" y="2928347"/>
            <a:ext cx="2340777" cy="681006"/>
          </a:xfrm>
        </p:spPr>
        <p:txBody>
          <a:bodyPr anchor="t">
            <a:normAutofit fontScale="90000"/>
          </a:bodyPr>
          <a:lstStyle/>
          <a:p>
            <a:r>
              <a:rPr lang="en-NL" noProof="0" dirty="0"/>
              <a:t>The path</a:t>
            </a:r>
          </a:p>
        </p:txBody>
      </p:sp>
      <p:pic>
        <p:nvPicPr>
          <p:cNvPr id="16" name="Afbeelding 15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2D4EBF22-61B8-7C6D-C0A2-CF5BBDB24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617" y="1554328"/>
            <a:ext cx="4525069" cy="374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7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BD289-D4B3-F4DE-581A-00FD88B8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30">
            <a:extLst>
              <a:ext uri="{FF2B5EF4-FFF2-40B4-BE49-F238E27FC236}">
                <a16:creationId xmlns:a16="http://schemas.microsoft.com/office/drawing/2014/main" id="{54462FE0-60D9-44BB-8B73-BBCB052F5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5401965-8DCC-2203-1087-8473105C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0B3C0FF8-5D25-E6A1-E357-2BCA56BAE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97691"/>
            <a:ext cx="5378624" cy="6402614"/>
            <a:chOff x="-19221" y="197691"/>
            <a:chExt cx="5378624" cy="6402614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3B4280E3-0ABF-A2E4-BF26-F07DBF52C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29" name="Freeform: Shape 1036">
              <a:extLst>
                <a:ext uri="{FF2B5EF4-FFF2-40B4-BE49-F238E27FC236}">
                  <a16:creationId xmlns:a16="http://schemas.microsoft.com/office/drawing/2014/main" id="{D5AC2190-FA78-EAFF-0469-416B9FF6C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0" name="Freeform: Shape 1037">
              <a:extLst>
                <a:ext uri="{FF2B5EF4-FFF2-40B4-BE49-F238E27FC236}">
                  <a16:creationId xmlns:a16="http://schemas.microsoft.com/office/drawing/2014/main" id="{710255BE-3F86-27E5-4C2B-2D6890B18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2" name="Freeform: Shape 1038">
              <a:extLst>
                <a:ext uri="{FF2B5EF4-FFF2-40B4-BE49-F238E27FC236}">
                  <a16:creationId xmlns:a16="http://schemas.microsoft.com/office/drawing/2014/main" id="{88F1D6F6-0E08-235E-5E62-960246017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4" name="Freeform: Shape 1039">
              <a:extLst>
                <a:ext uri="{FF2B5EF4-FFF2-40B4-BE49-F238E27FC236}">
                  <a16:creationId xmlns:a16="http://schemas.microsoft.com/office/drawing/2014/main" id="{BBC47526-55BA-0E15-8630-2958FC06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30EDD30-F95B-7F8D-7046-D0D9E787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992" y="6459259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NL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Free your Data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712D01C-6D69-3855-25EC-F8C129D9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458" y="1414507"/>
            <a:ext cx="2340777" cy="681006"/>
          </a:xfrm>
        </p:spPr>
        <p:txBody>
          <a:bodyPr anchor="t">
            <a:normAutofit fontScale="90000"/>
          </a:bodyPr>
          <a:lstStyle/>
          <a:p>
            <a:r>
              <a:rPr lang="en-NL" noProof="0" dirty="0"/>
              <a:t>The path</a:t>
            </a:r>
          </a:p>
        </p:txBody>
      </p:sp>
      <p:pic>
        <p:nvPicPr>
          <p:cNvPr id="16" name="Afbeelding 15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8C08FBEA-2D25-EB6B-AB49-27553A765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5" y="2346657"/>
            <a:ext cx="2667000" cy="2209800"/>
          </a:xfrm>
          <a:prstGeom prst="rect">
            <a:avLst/>
          </a:prstGeom>
        </p:spPr>
      </p:pic>
      <p:pic>
        <p:nvPicPr>
          <p:cNvPr id="3" name="Afbeelding 2" descr="Afbeelding met schermopname, tekst, tekenfilm, ontwerp">
            <a:extLst>
              <a:ext uri="{FF2B5EF4-FFF2-40B4-BE49-F238E27FC236}">
                <a16:creationId xmlns:a16="http://schemas.microsoft.com/office/drawing/2014/main" id="{1E6E1B41-FEC4-5F05-D95C-6CA3E49EC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643" y="0"/>
            <a:ext cx="4733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6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B7484-278B-D862-7885-890406B7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7468413-C7D9-ACAD-60E8-80367D60E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2095E2-0659-4A2C-F869-CF377859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4A7108-1A4D-0819-F2EE-5E56E840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117" y="122568"/>
            <a:ext cx="6202939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my current Landscape?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3651FD-70E1-4CDF-D793-954381D57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C482AA8-AFDC-4043-9CC2-2038EECD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182FA15-D755-C20A-2E60-70EA236E4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FE64D0B-2538-C7EE-9E7A-5554F9002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67861EF-1ABB-C464-115D-E80E0D384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E50C47C-3AB6-E7AB-C707-D9EE9418E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44EB9DC-241C-CC50-9E33-5445FF5F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8FE0116-8D21-60F3-C5EB-0C759EDF2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054E613-28B4-29CD-20C4-FA20FFC3C3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BE9739-68DC-A5C4-D2CB-582A1E5B9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F27FE8D-3421-5E6B-CC2C-5373E29E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10" name="Rechthoek: afgeronde hoeken 9">
            <a:extLst>
              <a:ext uri="{FF2B5EF4-FFF2-40B4-BE49-F238E27FC236}">
                <a16:creationId xmlns:a16="http://schemas.microsoft.com/office/drawing/2014/main" id="{4ECB4D2F-FB27-7AA6-3393-310BF60BABB9}"/>
              </a:ext>
            </a:extLst>
          </p:cNvPr>
          <p:cNvSpPr/>
          <p:nvPr/>
        </p:nvSpPr>
        <p:spPr>
          <a:xfrm>
            <a:off x="18098" y="460174"/>
            <a:ext cx="1004457" cy="36512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5FBA24A1-D060-728D-DB0E-ACCFBF218E79}"/>
              </a:ext>
            </a:extLst>
          </p:cNvPr>
          <p:cNvSpPr txBox="1"/>
          <p:nvPr/>
        </p:nvSpPr>
        <p:spPr>
          <a:xfrm>
            <a:off x="3902741" y="1170600"/>
            <a:ext cx="78570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Security: </a:t>
            </a:r>
          </a:p>
          <a:p>
            <a:r>
              <a:rPr lang="en-NL" noProof="0" dirty="0"/>
              <a:t>Access:  Where in your Databricks workspaces?</a:t>
            </a:r>
          </a:p>
          <a:p>
            <a:r>
              <a:rPr lang="en-NL" noProof="0" dirty="0"/>
              <a:t>	Who ? Such as Users and Service Accounts.</a:t>
            </a:r>
          </a:p>
          <a:p>
            <a:r>
              <a:rPr lang="en-NL" noProof="0" dirty="0"/>
              <a:t>	Authentication methods:</a:t>
            </a:r>
            <a:br>
              <a:rPr lang="en-NL" noProof="0" dirty="0"/>
            </a:br>
            <a:r>
              <a:rPr lang="en-NL" noProof="0" dirty="0"/>
              <a:t>		Used, example PAT (Personal Access Token)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2D05993-5E2B-98CB-7BDC-1112D2250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506" y="99746"/>
            <a:ext cx="585550" cy="565484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FF2C32E9-EA19-7EDC-AA73-03FAD8CFEEA0}"/>
              </a:ext>
            </a:extLst>
          </p:cNvPr>
          <p:cNvSpPr txBox="1"/>
          <p:nvPr/>
        </p:nvSpPr>
        <p:spPr>
          <a:xfrm>
            <a:off x="6754077" y="3088971"/>
            <a:ext cx="50057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DevOps: </a:t>
            </a:r>
          </a:p>
          <a:p>
            <a:pPr lvl="1"/>
            <a:r>
              <a:rPr lang="en-NL" noProof="0" dirty="0"/>
              <a:t>CI/CD landscape</a:t>
            </a:r>
          </a:p>
          <a:p>
            <a:pPr lvl="1"/>
            <a:r>
              <a:rPr lang="en-NL" noProof="0" dirty="0"/>
              <a:t>Build agents: (un)managed &amp; </a:t>
            </a:r>
            <a:r>
              <a:rPr lang="en-NL" noProof="0" dirty="0" err="1"/>
              <a:t>capabalities</a:t>
            </a:r>
            <a:endParaRPr lang="en-NL" noProof="0" dirty="0"/>
          </a:p>
          <a:p>
            <a:pPr lvl="1"/>
            <a:r>
              <a:rPr lang="en-NL" noProof="0" dirty="0" err="1"/>
              <a:t>OnPremise</a:t>
            </a:r>
            <a:r>
              <a:rPr lang="en-NL" noProof="0" dirty="0"/>
              <a:t>/Cloud</a:t>
            </a:r>
          </a:p>
          <a:p>
            <a:pPr lvl="1"/>
            <a:endParaRPr lang="en-NL" noProof="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8E2FCD08-3656-5D56-AD45-BAF2E451C43C}"/>
              </a:ext>
            </a:extLst>
          </p:cNvPr>
          <p:cNvSpPr txBox="1"/>
          <p:nvPr/>
        </p:nvSpPr>
        <p:spPr>
          <a:xfrm>
            <a:off x="1378444" y="3537282"/>
            <a:ext cx="4240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Network: </a:t>
            </a:r>
          </a:p>
          <a:p>
            <a:pPr lvl="1"/>
            <a:r>
              <a:rPr lang="en-NL" noProof="0" dirty="0"/>
              <a:t>Internal, Public, Subnets, Firewall</a:t>
            </a:r>
          </a:p>
          <a:p>
            <a:pPr lvl="1"/>
            <a:r>
              <a:rPr lang="en-NL" noProof="0" dirty="0"/>
              <a:t>Shared/Peripheral resources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6828E21-AA84-F399-C832-2B8708727E5C}"/>
              </a:ext>
            </a:extLst>
          </p:cNvPr>
          <p:cNvSpPr txBox="1"/>
          <p:nvPr/>
        </p:nvSpPr>
        <p:spPr>
          <a:xfrm>
            <a:off x="4424655" y="4648928"/>
            <a:ext cx="5801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Decision Makers: </a:t>
            </a:r>
          </a:p>
          <a:p>
            <a:pPr lvl="1"/>
            <a:r>
              <a:rPr lang="en-NL" noProof="0" dirty="0"/>
              <a:t>Architects, Managers / Product Owners, Stakeholders</a:t>
            </a:r>
          </a:p>
          <a:p>
            <a:pPr lvl="1"/>
            <a:r>
              <a:rPr lang="en-NL" noProof="0" dirty="0"/>
              <a:t>	If not directly involved, at least to be informed</a:t>
            </a:r>
          </a:p>
        </p:txBody>
      </p:sp>
      <p:pic>
        <p:nvPicPr>
          <p:cNvPr id="6" name="Picture 4" descr="Two-Step Verification - Information Technology Services">
            <a:extLst>
              <a:ext uri="{FF2B5EF4-FFF2-40B4-BE49-F238E27FC236}">
                <a16:creationId xmlns:a16="http://schemas.microsoft.com/office/drawing/2014/main" id="{7CB5AF90-BA44-A070-1D38-55AC1F32C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454" y="1164659"/>
            <a:ext cx="652272" cy="65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zure-pipelines Vector Icons free download in SVG, PNG Format">
            <a:extLst>
              <a:ext uri="{FF2B5EF4-FFF2-40B4-BE49-F238E27FC236}">
                <a16:creationId xmlns:a16="http://schemas.microsoft.com/office/drawing/2014/main" id="{1FE18EAF-AD03-CBEF-B12C-FC839FA82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92" y="2907890"/>
            <a:ext cx="616568" cy="61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actions&quot; Icon - Download for free – Iconduck">
            <a:extLst>
              <a:ext uri="{FF2B5EF4-FFF2-40B4-BE49-F238E27FC236}">
                <a16:creationId xmlns:a16="http://schemas.microsoft.com/office/drawing/2014/main" id="{ACEC6B36-7836-5B5F-1F6F-E4BF51B7C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937165"/>
            <a:ext cx="538480" cy="53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Azure Networking - Cloud Networking Services">
            <a:extLst>
              <a:ext uri="{FF2B5EF4-FFF2-40B4-BE49-F238E27FC236}">
                <a16:creationId xmlns:a16="http://schemas.microsoft.com/office/drawing/2014/main" id="{B1CAC405-1AB8-D4A1-A180-52F931AD4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239" y="3306645"/>
            <a:ext cx="803592" cy="80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D85932A0-A562-60B2-2E3F-14FC2D366C39}"/>
              </a:ext>
            </a:extLst>
          </p:cNvPr>
          <p:cNvSpPr txBox="1"/>
          <p:nvPr/>
        </p:nvSpPr>
        <p:spPr>
          <a:xfrm>
            <a:off x="1378444" y="5531293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Teams:</a:t>
            </a:r>
          </a:p>
          <a:p>
            <a:pPr lvl="1"/>
            <a:r>
              <a:rPr lang="en-NL" noProof="0" dirty="0"/>
              <a:t>Knowledge level</a:t>
            </a:r>
          </a:p>
          <a:p>
            <a:pPr lvl="1"/>
            <a:r>
              <a:rPr lang="en-NL" noProof="0" dirty="0"/>
              <a:t>Current WoW (Way-of-working)</a:t>
            </a:r>
          </a:p>
          <a:p>
            <a:pPr lvl="1"/>
            <a:r>
              <a:rPr lang="en-NL" noProof="0" dirty="0" err="1"/>
              <a:t>Responsabilities</a:t>
            </a:r>
            <a:endParaRPr lang="en-NL" noProof="0" dirty="0"/>
          </a:p>
        </p:txBody>
      </p:sp>
      <p:pic>
        <p:nvPicPr>
          <p:cNvPr id="1034" name="Picture 10" descr="Decision making - Free marketing icons">
            <a:extLst>
              <a:ext uri="{FF2B5EF4-FFF2-40B4-BE49-F238E27FC236}">
                <a16:creationId xmlns:a16="http://schemas.microsoft.com/office/drawing/2014/main" id="{8A01EF0F-502D-3AC1-9AAC-B11DD3CAF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592" y="4661370"/>
            <a:ext cx="833120" cy="83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oftware Development Team Outsourcing Company in USA | Siblings Software">
            <a:extLst>
              <a:ext uri="{FF2B5EF4-FFF2-40B4-BE49-F238E27FC236}">
                <a16:creationId xmlns:a16="http://schemas.microsoft.com/office/drawing/2014/main" id="{58744691-48D4-7520-B87E-0AD7AF5B2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74" y="5649683"/>
            <a:ext cx="686550" cy="6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9C62EA7C-E95B-2EA6-393F-2DEAD7AF47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7619" y="108106"/>
            <a:ext cx="569115" cy="569115"/>
          </a:xfrm>
          <a:prstGeom prst="rect">
            <a:avLst/>
          </a:prstGeom>
        </p:spPr>
      </p:pic>
      <p:pic>
        <p:nvPicPr>
          <p:cNvPr id="16" name="Afbeelding 15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6F4633BE-C6F3-3CDD-815B-8C54959120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8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7BC0B-18EB-410D-5824-AE255FCE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68AFB75-14E7-1033-BE6B-E662ECE9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DBE228-DCAC-208E-ADBF-9B75C667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EF319C-CE4E-D1B3-6653-B26E4680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174" y="153344"/>
            <a:ext cx="5744890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do I store my code now?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172235-DCCB-188F-0D8D-F58560C0B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EFBD90F-130E-D1F7-787D-D2FB61580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79F3FDA-C776-4732-FDD0-995F4D139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DDA0C6D-6BA8-3DDB-9394-B4D3B86EC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7EAB0FD-D922-0D2D-625C-1D1174B10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16E2BC-CE9E-A9D0-3F27-0E3DC7C57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7FE2DB-D176-DC2C-507B-3AFAF4E0D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267D910-1B7C-9B8C-C51E-091F93A88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DD0D982-4CDA-9E1E-7BB9-C0AAF186C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D92D76F-2413-98BE-E401-429326EBC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967F564-A1EC-83FC-1075-B0393F41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4A767582-EE81-F419-D932-1527C9B5C42D}"/>
              </a:ext>
            </a:extLst>
          </p:cNvPr>
          <p:cNvSpPr txBox="1"/>
          <p:nvPr/>
        </p:nvSpPr>
        <p:spPr>
          <a:xfrm>
            <a:off x="2610193" y="909817"/>
            <a:ext cx="8347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Storage: </a:t>
            </a:r>
          </a:p>
          <a:p>
            <a:r>
              <a:rPr lang="en-NL" noProof="0" dirty="0"/>
              <a:t>	</a:t>
            </a:r>
            <a:r>
              <a:rPr lang="en-NL" i="1" noProof="0" dirty="0"/>
              <a:t>Repositories:</a:t>
            </a:r>
            <a:r>
              <a:rPr lang="en-NL" noProof="0" dirty="0"/>
              <a:t>  Git, GitHub, OneDrive, SharePoint, other.</a:t>
            </a:r>
          </a:p>
          <a:p>
            <a:r>
              <a:rPr lang="en-NL" noProof="0" dirty="0"/>
              <a:t>	</a:t>
            </a:r>
            <a:r>
              <a:rPr lang="en-NL" i="1" noProof="0" dirty="0"/>
              <a:t>Source code:</a:t>
            </a:r>
            <a:r>
              <a:rPr lang="en-NL" noProof="0" dirty="0"/>
              <a:t> Flat files, </a:t>
            </a:r>
            <a:r>
              <a:rPr lang="en-NL" noProof="0" dirty="0" err="1"/>
              <a:t>Jupyther</a:t>
            </a:r>
            <a:r>
              <a:rPr lang="en-NL" noProof="0" dirty="0"/>
              <a:t> notebooks, .PS1, .</a:t>
            </a:r>
            <a:r>
              <a:rPr lang="en-NL" noProof="0" dirty="0" err="1"/>
              <a:t>py</a:t>
            </a:r>
            <a:r>
              <a:rPr lang="en-NL" noProof="0" dirty="0"/>
              <a:t>, .r, .scala, .</a:t>
            </a:r>
            <a:r>
              <a:rPr lang="en-NL" noProof="0" dirty="0" err="1"/>
              <a:t>sql</a:t>
            </a:r>
            <a:endParaRPr lang="en-NL" noProof="0" dirty="0"/>
          </a:p>
          <a:p>
            <a:r>
              <a:rPr lang="en-NL" noProof="0" dirty="0"/>
              <a:t>	</a:t>
            </a:r>
            <a:r>
              <a:rPr lang="en-NL" i="1" noProof="0" dirty="0"/>
              <a:t>Data:</a:t>
            </a:r>
            <a:r>
              <a:rPr lang="en-NL" noProof="0" dirty="0"/>
              <a:t> Storage Account, S3, Azure ML, SQL Server, </a:t>
            </a:r>
            <a:r>
              <a:rPr lang="en-NL" noProof="0" dirty="0" err="1"/>
              <a:t>sFTP</a:t>
            </a:r>
            <a:r>
              <a:rPr lang="en-NL" noProof="0" dirty="0"/>
              <a:t>, others.</a:t>
            </a:r>
          </a:p>
        </p:txBody>
      </p:sp>
      <p:pic>
        <p:nvPicPr>
          <p:cNvPr id="4" name="Afbeelding 3" descr="Afbeelding met Graphics, Lettertype, ontwerp&#10;&#10;Door AI gegenereerde inhoud is mogelijk onjuist.">
            <a:extLst>
              <a:ext uri="{FF2B5EF4-FFF2-40B4-BE49-F238E27FC236}">
                <a16:creationId xmlns:a16="http://schemas.microsoft.com/office/drawing/2014/main" id="{64C85D46-7B30-99BB-134E-D4C7D9430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58385" y="1278308"/>
            <a:ext cx="1370936" cy="572479"/>
          </a:xfrm>
          <a:prstGeom prst="rect">
            <a:avLst/>
          </a:prstGeom>
        </p:spPr>
      </p:pic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030DDFCC-BEE1-74FB-179A-6C9F0A906AB6}"/>
              </a:ext>
            </a:extLst>
          </p:cNvPr>
          <p:cNvSpPr/>
          <p:nvPr/>
        </p:nvSpPr>
        <p:spPr>
          <a:xfrm>
            <a:off x="39364" y="874845"/>
            <a:ext cx="1004457" cy="36512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2050" name="Picture 2" descr="Python Logo, symbol, meaning, history, PNG, brand">
            <a:extLst>
              <a:ext uri="{FF2B5EF4-FFF2-40B4-BE49-F238E27FC236}">
                <a16:creationId xmlns:a16="http://schemas.microsoft.com/office/drawing/2014/main" id="{C7C3F464-64F1-EFD0-54F4-7365AA8A4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381" y="4013990"/>
            <a:ext cx="145062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B11A14F0-A9C5-8F20-FBC9-E05969D6E12C}"/>
              </a:ext>
            </a:extLst>
          </p:cNvPr>
          <p:cNvSpPr txBox="1"/>
          <p:nvPr/>
        </p:nvSpPr>
        <p:spPr>
          <a:xfrm>
            <a:off x="6453393" y="2502187"/>
            <a:ext cx="5123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Dependencies:</a:t>
            </a:r>
          </a:p>
          <a:p>
            <a:r>
              <a:rPr lang="en-NL" noProof="0" dirty="0"/>
              <a:t>	Libraries, Packages, Test Frameworks 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2FAF9534-0CAB-E189-C9A6-49C906B96761}"/>
              </a:ext>
            </a:extLst>
          </p:cNvPr>
          <p:cNvSpPr txBox="1"/>
          <p:nvPr/>
        </p:nvSpPr>
        <p:spPr>
          <a:xfrm>
            <a:off x="1891987" y="3097764"/>
            <a:ext cx="33080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Compilers and Languages: </a:t>
            </a:r>
          </a:p>
          <a:p>
            <a:r>
              <a:rPr lang="en-NL" noProof="0" dirty="0"/>
              <a:t>	t-SQL,</a:t>
            </a:r>
          </a:p>
          <a:p>
            <a:r>
              <a:rPr lang="en-NL" noProof="0" dirty="0"/>
              <a:t>	Python,</a:t>
            </a:r>
          </a:p>
          <a:p>
            <a:r>
              <a:rPr lang="en-NL" noProof="0" dirty="0"/>
              <a:t>	Spark,</a:t>
            </a:r>
          </a:p>
          <a:p>
            <a:r>
              <a:rPr lang="en-NL" noProof="0" dirty="0"/>
              <a:t>	 Scala, </a:t>
            </a:r>
          </a:p>
          <a:p>
            <a:r>
              <a:rPr lang="en-NL" noProof="0" dirty="0"/>
              <a:t>	R, </a:t>
            </a:r>
          </a:p>
          <a:p>
            <a:r>
              <a:rPr lang="en-NL" noProof="0" dirty="0"/>
              <a:t>	</a:t>
            </a:r>
            <a:r>
              <a:rPr lang="en-NL" noProof="0" dirty="0" err="1"/>
              <a:t>SparkSQL</a:t>
            </a:r>
            <a:r>
              <a:rPr lang="en-NL" noProof="0" dirty="0"/>
              <a:t>, </a:t>
            </a:r>
          </a:p>
          <a:p>
            <a:r>
              <a:rPr lang="en-NL" noProof="0" dirty="0"/>
              <a:t>	C#, </a:t>
            </a:r>
          </a:p>
          <a:p>
            <a:r>
              <a:rPr lang="en-NL" noProof="0" dirty="0"/>
              <a:t>	Bash, </a:t>
            </a:r>
          </a:p>
          <a:p>
            <a:r>
              <a:rPr lang="en-NL" noProof="0" dirty="0"/>
              <a:t>	CLI, </a:t>
            </a:r>
          </a:p>
          <a:p>
            <a:r>
              <a:rPr lang="en-NL" noProof="0" dirty="0"/>
              <a:t>	PowerShell,</a:t>
            </a:r>
          </a:p>
          <a:p>
            <a:r>
              <a:rPr lang="en-NL" noProof="0" dirty="0"/>
              <a:t>	others…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841E5BB-8A37-C6E0-96ED-FEE750F07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4675" y="108106"/>
            <a:ext cx="565484" cy="56548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A26C34B9-DBE9-0448-3E90-083BB6549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9179" y="108106"/>
            <a:ext cx="562765" cy="565484"/>
          </a:xfrm>
          <a:prstGeom prst="rect">
            <a:avLst/>
          </a:prstGeom>
        </p:spPr>
      </p:pic>
      <p:pic>
        <p:nvPicPr>
          <p:cNvPr id="12" name="Picture 2" descr="Dependency Icon: Over 5,780 Royalty-Free Licensable Stock Illustrations &amp;  Drawings | Shutterstock">
            <a:extLst>
              <a:ext uri="{FF2B5EF4-FFF2-40B4-BE49-F238E27FC236}">
                <a16:creationId xmlns:a16="http://schemas.microsoft.com/office/drawing/2014/main" id="{1B6A33A4-BAFE-399C-63DC-DC30FB016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155" y="2570945"/>
            <a:ext cx="662940" cy="54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crosoft SQL server Logo PNG Transparent &amp; SVG Vector - Freebie Supply">
            <a:extLst>
              <a:ext uri="{FF2B5EF4-FFF2-40B4-BE49-F238E27FC236}">
                <a16:creationId xmlns:a16="http://schemas.microsoft.com/office/drawing/2014/main" id="{476E6FD4-22E4-1211-BDE0-295F9AEB2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878" y="3429000"/>
            <a:ext cx="1047775" cy="7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EC2B45C-5BDB-FCA1-392B-0247AD1A3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838" y="4855861"/>
            <a:ext cx="579395" cy="44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owershell logo - Social media &amp; Logos Icons">
            <a:extLst>
              <a:ext uri="{FF2B5EF4-FFF2-40B4-BE49-F238E27FC236}">
                <a16:creationId xmlns:a16="http://schemas.microsoft.com/office/drawing/2014/main" id="{BD55E115-C642-998E-3298-26822F4E2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833" y="5798215"/>
            <a:ext cx="646332" cy="64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Scala - Free logo icons">
            <a:extLst>
              <a:ext uri="{FF2B5EF4-FFF2-40B4-BE49-F238E27FC236}">
                <a16:creationId xmlns:a16="http://schemas.microsoft.com/office/drawing/2014/main" id="{0765A03F-8CA7-66E7-98A3-3EC894BA4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875" y="5184298"/>
            <a:ext cx="649266" cy="64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Afbeelding 13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61949297-8197-028D-79D4-D59F8D55E0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6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C088D-6702-64F8-D046-6721EBB5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2CA0132-7631-CD27-A067-CB79B37C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24E905-07AE-064A-0F6F-67604D775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1A9E8F-96F5-FD56-1C54-FBE15C2E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254" y="186879"/>
            <a:ext cx="4924292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 I have Unity Catalog 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B9A5A5-F130-051F-E3E5-941F3A0C3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3FD4BCD-7F54-D796-B88B-22EAB62F7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0DF379C-18DD-1C2A-D7F1-E2AC6141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B88572A-A816-B8DF-4644-CBF5DCCF5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1D51C92-AE2C-7B7A-3BD7-AB7736753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D8C6713-6942-E93F-78EB-22F01BC8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4AA2916-0D2D-340F-8CED-2140101BE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26463F-5FE8-AF74-6AEF-072E9253F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5DFE915-9350-31E8-7B41-8299C6A62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857E03E-66F9-5137-41E6-0D1EFD38C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BF33EDC-7124-E306-AE93-53B28242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125C21F0-9F9C-07E6-9815-6743D987EB26}"/>
              </a:ext>
            </a:extLst>
          </p:cNvPr>
          <p:cNvSpPr txBox="1"/>
          <p:nvPr/>
        </p:nvSpPr>
        <p:spPr>
          <a:xfrm>
            <a:off x="2480289" y="1094216"/>
            <a:ext cx="6237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By enabling or moving to Unity Catalog you will benefit  from: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90A02FA7-678E-26D2-BF1C-2E977CB87E6A}"/>
              </a:ext>
            </a:extLst>
          </p:cNvPr>
          <p:cNvSpPr/>
          <p:nvPr/>
        </p:nvSpPr>
        <p:spPr>
          <a:xfrm>
            <a:off x="134568" y="1278882"/>
            <a:ext cx="1078282" cy="613418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1026" name="Picture 2" descr="Open sourcing Unity Catalog, creating the industry's only ...">
            <a:extLst>
              <a:ext uri="{FF2B5EF4-FFF2-40B4-BE49-F238E27FC236}">
                <a16:creationId xmlns:a16="http://schemas.microsoft.com/office/drawing/2014/main" id="{45E57300-E589-CCC2-3D7F-2E49E6FFD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867" y="127706"/>
            <a:ext cx="1306749" cy="68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EB39B6C8-49DE-4BB0-FD10-4276360E3D7D}"/>
              </a:ext>
            </a:extLst>
          </p:cNvPr>
          <p:cNvSpPr txBox="1"/>
          <p:nvPr/>
        </p:nvSpPr>
        <p:spPr>
          <a:xfrm>
            <a:off x="3833601" y="1720241"/>
            <a:ext cx="6237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Shared Data: </a:t>
            </a:r>
          </a:p>
          <a:p>
            <a:r>
              <a:rPr lang="en-NL" noProof="0" dirty="0"/>
              <a:t>	Volumes (external locations for Data points),</a:t>
            </a:r>
          </a:p>
          <a:p>
            <a:r>
              <a:rPr lang="en-NL" noProof="0" dirty="0"/>
              <a:t>	Data sets across workspaces,</a:t>
            </a:r>
          </a:p>
          <a:p>
            <a:r>
              <a:rPr lang="en-NL" noProof="0" dirty="0"/>
              <a:t>	Data </a:t>
            </a:r>
            <a:r>
              <a:rPr lang="en-NL" noProof="0" dirty="0" err="1"/>
              <a:t>Catalogs</a:t>
            </a:r>
            <a:r>
              <a:rPr lang="en-NL" noProof="0" dirty="0"/>
              <a:t> and more.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BBFC460-884F-283B-8AC8-7359395DA16A}"/>
              </a:ext>
            </a:extLst>
          </p:cNvPr>
          <p:cNvSpPr txBox="1"/>
          <p:nvPr/>
        </p:nvSpPr>
        <p:spPr>
          <a:xfrm>
            <a:off x="3833601" y="2909793"/>
            <a:ext cx="646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Shared Clusters:</a:t>
            </a:r>
          </a:p>
          <a:p>
            <a:r>
              <a:rPr lang="en-NL" noProof="0" dirty="0"/>
              <a:t>	Libraries</a:t>
            </a:r>
          </a:p>
          <a:p>
            <a:r>
              <a:rPr lang="en-NL" noProof="0" dirty="0"/>
              <a:t>	Init scripts</a:t>
            </a:r>
          </a:p>
          <a:p>
            <a:r>
              <a:rPr lang="en-NL" noProof="0" dirty="0"/>
              <a:t>	Access Mode: Shared or Single User</a:t>
            </a:r>
          </a:p>
          <a:p>
            <a:r>
              <a:rPr lang="en-NL" noProof="0" dirty="0"/>
              <a:t>	Scala workloads (DBR v13.3 LTS or later)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CC88068-39EB-ED9C-33B3-69D764C82D5F}"/>
              </a:ext>
            </a:extLst>
          </p:cNvPr>
          <p:cNvSpPr txBox="1"/>
          <p:nvPr/>
        </p:nvSpPr>
        <p:spPr>
          <a:xfrm>
            <a:off x="3833601" y="4477944"/>
            <a:ext cx="6468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From individual to shared and governed:</a:t>
            </a:r>
          </a:p>
          <a:p>
            <a:r>
              <a:rPr lang="en-NL" noProof="0" dirty="0"/>
              <a:t>	UDF (User Defined Functions) for Python and Pandas</a:t>
            </a:r>
          </a:p>
          <a:p>
            <a:r>
              <a:rPr lang="en-NL" noProof="0" dirty="0"/>
              <a:t>	Machine Learning and Structured Streaming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3058A24-23A9-4627-76BA-705F2ACDDF42}"/>
              </a:ext>
            </a:extLst>
          </p:cNvPr>
          <p:cNvSpPr txBox="1"/>
          <p:nvPr/>
        </p:nvSpPr>
        <p:spPr>
          <a:xfrm>
            <a:off x="3823441" y="5516327"/>
            <a:ext cx="646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Governance, Lineage and Security</a:t>
            </a:r>
          </a:p>
        </p:txBody>
      </p:sp>
      <p:pic>
        <p:nvPicPr>
          <p:cNvPr id="3074" name="Picture 2" descr="Database Icon Vector Art, Icons, and Graphics for Free Download">
            <a:extLst>
              <a:ext uri="{FF2B5EF4-FFF2-40B4-BE49-F238E27FC236}">
                <a16:creationId xmlns:a16="http://schemas.microsoft.com/office/drawing/2014/main" id="{040F59CA-0AE5-2498-DFA5-D2307181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92" y="1908264"/>
            <a:ext cx="857288" cy="85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luster Data Icons - Free SVG &amp; PNG Cluster Data Images - Noun Project">
            <a:extLst>
              <a:ext uri="{FF2B5EF4-FFF2-40B4-BE49-F238E27FC236}">
                <a16:creationId xmlns:a16="http://schemas.microsoft.com/office/drawing/2014/main" id="{2A68AD20-FD6E-1370-56A3-D11C4297D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711" y="3316732"/>
            <a:ext cx="663449" cy="66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927DFEE3-2007-F856-CFBF-0624AC0A84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  <p:pic>
        <p:nvPicPr>
          <p:cNvPr id="3080" name="Picture 8" descr="Code - Free computer icons">
            <a:extLst>
              <a:ext uri="{FF2B5EF4-FFF2-40B4-BE49-F238E27FC236}">
                <a16:creationId xmlns:a16="http://schemas.microsoft.com/office/drawing/2014/main" id="{81E0A1F5-9B58-8080-CDF3-AA7C33CF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607" y="4514596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overnance - Free business and finance icons">
            <a:extLst>
              <a:ext uri="{FF2B5EF4-FFF2-40B4-BE49-F238E27FC236}">
                <a16:creationId xmlns:a16="http://schemas.microsoft.com/office/drawing/2014/main" id="{9EA70D66-238B-FF7B-C656-1762DD9F5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732" y="5425346"/>
            <a:ext cx="929480" cy="9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3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FA40B1F-2862-5A3B-09AF-1E2C1D71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473" y="644297"/>
            <a:ext cx="5754696" cy="975751"/>
          </a:xfrm>
        </p:spPr>
        <p:txBody>
          <a:bodyPr>
            <a:normAutofit/>
          </a:bodyPr>
          <a:lstStyle/>
          <a:p>
            <a:pPr algn="ctr"/>
            <a:r>
              <a:rPr lang="en-NL" sz="4800" noProof="0" dirty="0">
                <a:solidFill>
                  <a:schemeClr val="tx2"/>
                </a:solidFill>
              </a:rPr>
              <a:t>Demo time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18477D-71B7-A851-C1D6-F3691A415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967" y="1548855"/>
            <a:ext cx="3228208" cy="47079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</a:rPr>
              <a:t>Let me check my gear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BA23D50-3D6D-7B68-47F2-F994DCAF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7" name="Afbeelding 6" descr="Afbeelding met boom, kleding, schoeisel, buitenshuis&#10;&#10;Door AI gegenereerde inhoud is mogelijk onjuist.">
            <a:extLst>
              <a:ext uri="{FF2B5EF4-FFF2-40B4-BE49-F238E27FC236}">
                <a16:creationId xmlns:a16="http://schemas.microsoft.com/office/drawing/2014/main" id="{E8FDCE91-B690-53A0-B5F0-D7B3EDD4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396" y="2087477"/>
            <a:ext cx="3556154" cy="355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51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B17F2-7A81-6E9B-C2DE-9114583A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8395925-C8DB-604F-D1BA-E938095B0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B2F842-EB52-9FF8-9DBD-8F82BC87C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8E2D7C-DEE6-DDBF-07EC-39CB9178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753" y="272136"/>
            <a:ext cx="4806862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does DABS offer?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B923D2-71E4-6369-60BF-4F817F642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A73F0DB-2CAE-0A37-4291-EFD46E555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5B6D23D-41E1-FCC6-E0F5-3822A3C2A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7F1E310-96B3-90D2-D83E-C32D6ABC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47FBDEC-9636-9BA3-D14C-A445335B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8836D6-4002-A16E-ADB6-781119283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C39BE7B-CB1A-E5D6-6A9E-2659FB581B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CBB004A-6A2B-4DED-7F53-55B1665E5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DE04B-CECD-A9DB-CA62-D6AEBB65F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83469B7-28AD-CAC7-B156-6421C7991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143CE84-C42A-849C-FA67-38C15334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92D00163-F58B-70DE-32BB-3E8A7CAAD4F4}"/>
              </a:ext>
            </a:extLst>
          </p:cNvPr>
          <p:cNvSpPr/>
          <p:nvPr/>
        </p:nvSpPr>
        <p:spPr>
          <a:xfrm>
            <a:off x="1195385" y="500869"/>
            <a:ext cx="746802" cy="24500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7" name="Afbeelding 6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02740C5B-823B-BF26-5312-835968C21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236" y="189920"/>
            <a:ext cx="600075" cy="647700"/>
          </a:xfrm>
          <a:prstGeom prst="rect">
            <a:avLst/>
          </a:prstGeom>
        </p:spPr>
      </p:pic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DB22C9F3-E038-1AB5-38C1-B43FE754A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132" y="1221554"/>
            <a:ext cx="2490542" cy="2249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Configuration</a:t>
            </a:r>
            <a:r>
              <a:rPr lang="en-NL" sz="2000" noProof="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Cloud Infrastructure</a:t>
            </a:r>
          </a:p>
          <a:p>
            <a:pPr marL="457200" lvl="1" indent="0">
              <a:buNone/>
            </a:pPr>
            <a:endParaRPr lang="en-NL" sz="2100" noProof="0" dirty="0">
              <a:solidFill>
                <a:schemeClr val="tx2"/>
              </a:solidFill>
            </a:endParaRP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Workspace(s)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CA2D3218-8BC2-C862-86DD-859396479D55}"/>
              </a:ext>
            </a:extLst>
          </p:cNvPr>
          <p:cNvSpPr txBox="1">
            <a:spLocks/>
          </p:cNvSpPr>
          <p:nvPr/>
        </p:nvSpPr>
        <p:spPr>
          <a:xfrm>
            <a:off x="7153382" y="1187516"/>
            <a:ext cx="2793039" cy="4370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Source files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Notebooks</a:t>
            </a:r>
            <a:r>
              <a:rPr lang="en-NL" sz="1400" noProof="0" dirty="0">
                <a:solidFill>
                  <a:schemeClr val="tx2"/>
                </a:solidFill>
              </a:rPr>
              <a:t> </a:t>
            </a:r>
          </a:p>
          <a:p>
            <a:pPr lvl="2"/>
            <a:r>
              <a:rPr lang="en-NL" sz="1600" noProof="0" dirty="0" err="1">
                <a:solidFill>
                  <a:schemeClr val="tx2"/>
                </a:solidFill>
              </a:rPr>
              <a:t>Jupyther</a:t>
            </a:r>
            <a:r>
              <a:rPr lang="en-NL" sz="1600" noProof="0" dirty="0">
                <a:solidFill>
                  <a:schemeClr val="tx2"/>
                </a:solidFill>
              </a:rPr>
              <a:t> (.</a:t>
            </a:r>
            <a:r>
              <a:rPr lang="en-NL" sz="1600" noProof="0" dirty="0" err="1">
                <a:solidFill>
                  <a:schemeClr val="tx2"/>
                </a:solidFill>
              </a:rPr>
              <a:t>ipynb</a:t>
            </a:r>
            <a:r>
              <a:rPr lang="en-NL" sz="1600" noProof="0" dirty="0">
                <a:solidFill>
                  <a:schemeClr val="tx2"/>
                </a:solidFill>
              </a:rPr>
              <a:t>)</a:t>
            </a:r>
          </a:p>
          <a:p>
            <a:pPr lvl="2"/>
            <a:r>
              <a:rPr lang="en-NL" sz="1600" noProof="0" dirty="0">
                <a:solidFill>
                  <a:schemeClr val="tx2"/>
                </a:solidFill>
              </a:rPr>
              <a:t>Python (.</a:t>
            </a:r>
            <a:r>
              <a:rPr lang="en-NL" sz="1600" noProof="0" dirty="0" err="1">
                <a:solidFill>
                  <a:schemeClr val="tx2"/>
                </a:solidFill>
              </a:rPr>
              <a:t>py</a:t>
            </a:r>
            <a:r>
              <a:rPr lang="en-NL" sz="1600" noProof="0" dirty="0">
                <a:solidFill>
                  <a:schemeClr val="tx2"/>
                </a:solidFill>
              </a:rPr>
              <a:t>)</a:t>
            </a:r>
          </a:p>
          <a:p>
            <a:pPr lvl="2"/>
            <a:r>
              <a:rPr lang="en-NL" sz="1600" noProof="0" dirty="0">
                <a:solidFill>
                  <a:schemeClr val="tx2"/>
                </a:solidFill>
              </a:rPr>
              <a:t>Scala (.scala)</a:t>
            </a:r>
          </a:p>
          <a:p>
            <a:pPr lvl="2"/>
            <a:r>
              <a:rPr lang="en-NL" sz="1600" noProof="0" dirty="0">
                <a:solidFill>
                  <a:schemeClr val="tx2"/>
                </a:solidFill>
              </a:rPr>
              <a:t>R (.r)</a:t>
            </a:r>
          </a:p>
          <a:p>
            <a:pPr lvl="2"/>
            <a:r>
              <a:rPr lang="en-NL" sz="1600" noProof="0" dirty="0">
                <a:solidFill>
                  <a:schemeClr val="tx2"/>
                </a:solidFill>
              </a:rPr>
              <a:t>SQL (.</a:t>
            </a:r>
            <a:r>
              <a:rPr lang="en-NL" sz="1600" noProof="0" dirty="0" err="1">
                <a:solidFill>
                  <a:schemeClr val="tx2"/>
                </a:solidFill>
              </a:rPr>
              <a:t>sql</a:t>
            </a:r>
            <a:r>
              <a:rPr lang="en-NL" sz="1600" noProof="0" dirty="0">
                <a:solidFill>
                  <a:schemeClr val="tx2"/>
                </a:solidFill>
              </a:rPr>
              <a:t>)</a:t>
            </a:r>
          </a:p>
          <a:p>
            <a:pPr marL="914400" lvl="2" indent="0">
              <a:buNone/>
            </a:pPr>
            <a:endParaRPr lang="en-NL" sz="1600" noProof="0" dirty="0">
              <a:solidFill>
                <a:schemeClr val="tx2"/>
              </a:solidFill>
            </a:endParaRP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Configuration</a:t>
            </a:r>
          </a:p>
          <a:p>
            <a:pPr lvl="2"/>
            <a:r>
              <a:rPr lang="en-NL" sz="1400" noProof="0" dirty="0">
                <a:solidFill>
                  <a:schemeClr val="tx2"/>
                </a:solidFill>
              </a:rPr>
              <a:t>YAML (.</a:t>
            </a:r>
            <a:r>
              <a:rPr lang="en-NL" sz="1400" noProof="0" dirty="0" err="1">
                <a:solidFill>
                  <a:schemeClr val="tx2"/>
                </a:solidFill>
              </a:rPr>
              <a:t>yml</a:t>
            </a:r>
            <a:r>
              <a:rPr lang="en-NL" sz="1400" noProof="0" dirty="0">
                <a:solidFill>
                  <a:schemeClr val="tx2"/>
                </a:solidFill>
              </a:rPr>
              <a:t>)</a:t>
            </a:r>
          </a:p>
          <a:p>
            <a:pPr lvl="2"/>
            <a:endParaRPr lang="en-NL" sz="1400" noProof="0" dirty="0">
              <a:solidFill>
                <a:schemeClr val="tx2"/>
              </a:solidFill>
            </a:endParaRP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Project templates or custom</a:t>
            </a:r>
          </a:p>
          <a:p>
            <a:pPr lvl="3"/>
            <a:endParaRPr lang="en-NL" sz="800" noProof="0" dirty="0">
              <a:solidFill>
                <a:schemeClr val="tx2"/>
              </a:solidFill>
            </a:endParaRPr>
          </a:p>
          <a:p>
            <a:pPr lvl="1"/>
            <a:endParaRPr lang="en-NL" sz="1400" noProof="0" dirty="0">
              <a:solidFill>
                <a:schemeClr val="tx2"/>
              </a:solidFill>
            </a:endParaRPr>
          </a:p>
          <a:p>
            <a:endParaRPr lang="en-NL" sz="1400" noProof="0" dirty="0">
              <a:solidFill>
                <a:schemeClr val="tx2"/>
              </a:solidFill>
            </a:endParaRPr>
          </a:p>
          <a:p>
            <a:pPr lvl="1"/>
            <a:endParaRPr lang="en-NL" sz="1000" noProof="0" dirty="0">
              <a:solidFill>
                <a:schemeClr val="tx2"/>
              </a:solidFill>
            </a:endParaRP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4743618F-41DD-36A2-6448-C0D0A502B2A4}"/>
              </a:ext>
            </a:extLst>
          </p:cNvPr>
          <p:cNvCxnSpPr>
            <a:cxnSpLocks/>
          </p:cNvCxnSpPr>
          <p:nvPr/>
        </p:nvCxnSpPr>
        <p:spPr>
          <a:xfrm>
            <a:off x="6094728" y="1109756"/>
            <a:ext cx="0" cy="4670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Afbeelding 3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80177D46-F487-E2D6-AC05-2F06B1084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4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72B48-8456-A912-98AF-12C9560E8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7D41AD1-457C-0D2E-396A-8E68D5256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887033-628C-48F1-0F5C-457E8933A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BE3E29-D96E-32C1-6815-EE6863F93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753" y="272136"/>
            <a:ext cx="4806862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does DABS offer?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F4AC2D-F2D6-AD29-484A-A61F33B9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185EFE2-114D-A9C3-E2E8-0B50A1D82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64BA70B-4CEC-BF5B-73E7-FB3F08A53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4F6AAC-E543-CD00-4B4A-1927EDFB7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D0B8DB9-AC72-31D1-4F72-25E43938A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CC1662-DA81-0328-35C4-DEB68C1E4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56D675-8D1B-E1CC-6E7C-E23A22909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2124E9D-AE10-027F-8A1D-508C069AF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D51DCC7-D901-2672-A8D3-3DCC9715D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A4BEDE5-0374-E6ED-454D-68AE7A74E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899DBAF-8B0F-69DF-CBC2-73379CCD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AA6654F7-2968-08E9-2DB0-F6EB8A3DC071}"/>
              </a:ext>
            </a:extLst>
          </p:cNvPr>
          <p:cNvSpPr/>
          <p:nvPr/>
        </p:nvSpPr>
        <p:spPr>
          <a:xfrm>
            <a:off x="1195385" y="500869"/>
            <a:ext cx="746802" cy="24500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7" name="Afbeelding 6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2A3AAD83-288D-82F3-74B4-904341A7C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236" y="189920"/>
            <a:ext cx="600075" cy="647700"/>
          </a:xfrm>
          <a:prstGeom prst="rect">
            <a:avLst/>
          </a:prstGeom>
        </p:spPr>
      </p:pic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ADB11705-FF3D-DF59-5C81-FEBCCB87524E}"/>
              </a:ext>
            </a:extLst>
          </p:cNvPr>
          <p:cNvSpPr txBox="1">
            <a:spLocks/>
          </p:cNvSpPr>
          <p:nvPr/>
        </p:nvSpPr>
        <p:spPr>
          <a:xfrm>
            <a:off x="3205649" y="1210670"/>
            <a:ext cx="3061441" cy="4427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Definitions &amp; Settings</a:t>
            </a:r>
            <a:r>
              <a:rPr lang="en-NL" sz="2000" noProof="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Jobs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DLT (Delta Live Tables)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Model Serving Endpoint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ML Flow Experiments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Registered Models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2FC13A31-D48C-E256-A6E8-C994A2E54646}"/>
              </a:ext>
            </a:extLst>
          </p:cNvPr>
          <p:cNvSpPr txBox="1">
            <a:spLocks/>
          </p:cNvSpPr>
          <p:nvPr/>
        </p:nvSpPr>
        <p:spPr>
          <a:xfrm>
            <a:off x="7831940" y="1154430"/>
            <a:ext cx="3130699" cy="19438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Unit &amp; Integration Testing</a:t>
            </a:r>
          </a:p>
          <a:p>
            <a:pPr lvl="1"/>
            <a:r>
              <a:rPr lang="en-NL" sz="1800" noProof="0" dirty="0">
                <a:solidFill>
                  <a:schemeClr val="tx2"/>
                </a:solidFill>
              </a:rPr>
              <a:t>(OOP) Objects</a:t>
            </a:r>
          </a:p>
          <a:p>
            <a:pPr marL="914400" lvl="2" indent="0">
              <a:buNone/>
            </a:pPr>
            <a:r>
              <a:rPr lang="en-NL" sz="1600" noProof="0" dirty="0">
                <a:solidFill>
                  <a:schemeClr val="tx2"/>
                </a:solidFill>
              </a:rPr>
              <a:t>Python</a:t>
            </a:r>
          </a:p>
          <a:p>
            <a:pPr marL="914400" lvl="2" indent="0">
              <a:buNone/>
            </a:pPr>
            <a:r>
              <a:rPr lang="en-NL" sz="1600" noProof="0" dirty="0">
                <a:solidFill>
                  <a:schemeClr val="tx2"/>
                </a:solidFill>
              </a:rPr>
              <a:t>R</a:t>
            </a:r>
          </a:p>
          <a:p>
            <a:pPr marL="914400" lvl="2" indent="0">
              <a:buNone/>
            </a:pPr>
            <a:r>
              <a:rPr lang="en-NL" sz="1600" noProof="0" dirty="0">
                <a:solidFill>
                  <a:schemeClr val="tx2"/>
                </a:solidFill>
              </a:rPr>
              <a:t>Scala</a:t>
            </a:r>
          </a:p>
          <a:p>
            <a:pPr marL="914400" lvl="2" indent="0">
              <a:buNone/>
            </a:pPr>
            <a:r>
              <a:rPr lang="en-NL" sz="1600" noProof="0" dirty="0">
                <a:solidFill>
                  <a:schemeClr val="tx2"/>
                </a:solidFill>
              </a:rPr>
              <a:t>SQL</a:t>
            </a:r>
          </a:p>
          <a:p>
            <a:pPr lvl="1"/>
            <a:endParaRPr lang="en-NL" sz="1000" noProof="0" dirty="0">
              <a:solidFill>
                <a:schemeClr val="tx2"/>
              </a:solidFill>
            </a:endParaRPr>
          </a:p>
        </p:txBody>
      </p: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D29EEB41-D848-F32B-10AB-A43B9D6EDA59}"/>
              </a:ext>
            </a:extLst>
          </p:cNvPr>
          <p:cNvCxnSpPr>
            <a:cxnSpLocks/>
          </p:cNvCxnSpPr>
          <p:nvPr/>
        </p:nvCxnSpPr>
        <p:spPr>
          <a:xfrm>
            <a:off x="6968643" y="1215732"/>
            <a:ext cx="0" cy="4670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Afbeelding 3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85B13A0A-48BF-CCCA-C214-D12E14514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17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3584E-FB8B-C16F-8CC6-438DE0F4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AC2E525-7EF5-E505-9615-6C366BA84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A2E00B-0DFC-9D68-CCCC-63AADEEF9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383002-4CA7-23E5-2A34-97D239F1D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838" y="247070"/>
            <a:ext cx="5845970" cy="565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are DABS prerequisites?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D8FDB5-5C2F-5F7E-86FE-F658B0FF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E5BE228-EADB-530C-B380-F03442E9F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02F926A-F58E-3E73-4179-F07A97215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7D7D3C-BCE4-F5AD-1BBF-3C0AF1353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CA1996C-E38C-AC43-D0D5-22E8AE365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C3491FD-BB8C-248F-60B9-35AB2F4C6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665A8A-EF7F-14D4-389D-EE2A79ACE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98725A4-FA70-C47B-75D2-BC65F8DAE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E490D1D-9FEF-2EAA-DB7C-71A3B9545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02DD017-5C6F-094C-4C08-9800B0331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ECD4555-43AE-C491-C4AA-8089C73A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9062794-0B09-0720-8E43-450643FB733D}"/>
              </a:ext>
            </a:extLst>
          </p:cNvPr>
          <p:cNvSpPr txBox="1"/>
          <p:nvPr/>
        </p:nvSpPr>
        <p:spPr>
          <a:xfrm>
            <a:off x="2950859" y="1016738"/>
            <a:ext cx="83479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i="1" noProof="0" dirty="0"/>
              <a:t>Storage:</a:t>
            </a:r>
            <a:r>
              <a:rPr lang="en-NL" noProof="0" dirty="0"/>
              <a:t> </a:t>
            </a:r>
          </a:p>
          <a:p>
            <a:r>
              <a:rPr lang="en-NL" noProof="0" dirty="0"/>
              <a:t>	Source code version repositories (Az DevOps Git, GitHub, Bitbucket, 	GitLab, AWS </a:t>
            </a:r>
            <a:r>
              <a:rPr lang="en-NL" noProof="0" dirty="0" err="1"/>
              <a:t>CodeCommit</a:t>
            </a:r>
            <a:r>
              <a:rPr lang="en-NL" noProof="0" dirty="0"/>
              <a:t>)</a:t>
            </a:r>
          </a:p>
          <a:p>
            <a:endParaRPr lang="en-NL" noProof="0" dirty="0"/>
          </a:p>
          <a:p>
            <a:r>
              <a:rPr lang="en-NL" i="1" noProof="0" dirty="0"/>
              <a:t>DevOps:</a:t>
            </a:r>
            <a:r>
              <a:rPr lang="en-NL" noProof="0" dirty="0"/>
              <a:t> CI/CD Strategy covering DTAP environments and their purposes.</a:t>
            </a:r>
          </a:p>
          <a:p>
            <a:r>
              <a:rPr lang="en-NL" i="1" noProof="0" dirty="0"/>
              <a:t>Network:</a:t>
            </a:r>
            <a:r>
              <a:rPr lang="en-NL" noProof="0" dirty="0"/>
              <a:t> Internal or Public access to DB Workspaces</a:t>
            </a:r>
          </a:p>
          <a:p>
            <a:r>
              <a:rPr lang="en-NL" noProof="0" dirty="0"/>
              <a:t>	Subnets</a:t>
            </a:r>
          </a:p>
          <a:p>
            <a:endParaRPr lang="en-NL" noProof="0" dirty="0"/>
          </a:p>
          <a:p>
            <a:r>
              <a:rPr lang="en-NL" i="1" noProof="0" dirty="0"/>
              <a:t>Decision Makers: </a:t>
            </a:r>
          </a:p>
          <a:p>
            <a:r>
              <a:rPr lang="en-NL" noProof="0" dirty="0"/>
              <a:t>	Architects, P.O./Managers, Stakeholders, Team DBAS developers.</a:t>
            </a:r>
          </a:p>
          <a:p>
            <a:endParaRPr lang="en-NL" noProof="0" dirty="0"/>
          </a:p>
          <a:p>
            <a:r>
              <a:rPr lang="en-NL" i="1" noProof="0" dirty="0"/>
              <a:t>Configuration (YAML): </a:t>
            </a:r>
          </a:p>
          <a:p>
            <a:r>
              <a:rPr lang="en-NL" noProof="0" dirty="0"/>
              <a:t>	Clusters:  Agree beforehand which ones and their properties</a:t>
            </a:r>
          </a:p>
          <a:p>
            <a:r>
              <a:rPr lang="en-NL" noProof="0" dirty="0"/>
              <a:t>	Dashboards</a:t>
            </a:r>
          </a:p>
          <a:p>
            <a:r>
              <a:rPr lang="en-NL" noProof="0" dirty="0"/>
              <a:t>	Experiments</a:t>
            </a:r>
          </a:p>
          <a:p>
            <a:r>
              <a:rPr lang="en-NL" noProof="0" dirty="0"/>
              <a:t>	Jobs</a:t>
            </a:r>
          </a:p>
          <a:p>
            <a:r>
              <a:rPr lang="en-NL" noProof="0" dirty="0"/>
              <a:t>	Models</a:t>
            </a:r>
          </a:p>
          <a:p>
            <a:r>
              <a:rPr lang="en-NL" noProof="0" dirty="0"/>
              <a:t>	Pipelines</a:t>
            </a:r>
          </a:p>
          <a:p>
            <a:r>
              <a:rPr lang="en-NL" noProof="0" dirty="0"/>
              <a:t>	Schemas</a:t>
            </a:r>
          </a:p>
          <a:p>
            <a:r>
              <a:rPr lang="en-NL" noProof="0" dirty="0"/>
              <a:t>	Volumes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0A4CDAC1-BDA8-5221-C252-C7958E4ADF24}"/>
              </a:ext>
            </a:extLst>
          </p:cNvPr>
          <p:cNvSpPr/>
          <p:nvPr/>
        </p:nvSpPr>
        <p:spPr>
          <a:xfrm>
            <a:off x="1203960" y="998220"/>
            <a:ext cx="740410" cy="25400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3074" name="Picture 2" descr="Databricks Asset Bundles (DAB) with Github Actions | by The MLOps Guy |  MLOps.io | Medium">
            <a:extLst>
              <a:ext uri="{FF2B5EF4-FFF2-40B4-BE49-F238E27FC236}">
                <a16:creationId xmlns:a16="http://schemas.microsoft.com/office/drawing/2014/main" id="{443F3E42-036B-9FF7-EC8D-43B888C64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420" y="118462"/>
            <a:ext cx="1800902" cy="73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4,900+ Top Tips Icon Stock Illustrations, Royalty-Free Vector Graphics &amp;  Clip Art - iStock">
            <a:extLst>
              <a:ext uri="{FF2B5EF4-FFF2-40B4-BE49-F238E27FC236}">
                <a16:creationId xmlns:a16="http://schemas.microsoft.com/office/drawing/2014/main" id="{504D5C8E-84AB-3184-CF16-22B6802F8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133" y="4231701"/>
            <a:ext cx="702823" cy="48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fbeelding 5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89BC9F79-77A3-97C4-1E5F-A064AB494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2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13DF9F-C844-7199-D0FE-8578AA2D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542" y="982837"/>
            <a:ext cx="3905155" cy="800986"/>
          </a:xfrm>
        </p:spPr>
        <p:txBody>
          <a:bodyPr>
            <a:normAutofit/>
          </a:bodyPr>
          <a:lstStyle/>
          <a:p>
            <a:r>
              <a:rPr lang="en-NL" sz="1800" noProof="0" dirty="0">
                <a:solidFill>
                  <a:schemeClr val="tx2"/>
                </a:solidFill>
              </a:rPr>
              <a:t>Databricks CLI version on Clients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613D087-5419-CB09-A3E4-9C3AFF53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E5D243EB-6F47-7D00-6A01-AEE063ACD362}"/>
              </a:ext>
            </a:extLst>
          </p:cNvPr>
          <p:cNvSpPr txBox="1">
            <a:spLocks/>
          </p:cNvSpPr>
          <p:nvPr/>
        </p:nvSpPr>
        <p:spPr>
          <a:xfrm>
            <a:off x="4476838" y="189920"/>
            <a:ext cx="5845970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What are DABS prerequisites?</a:t>
            </a:r>
          </a:p>
        </p:txBody>
      </p:sp>
      <p:pic>
        <p:nvPicPr>
          <p:cNvPr id="5" name="Picture 2" descr="Databricks Asset Bundles (DAB) with Github Actions | by The MLOps Guy |  MLOps.io | Medium">
            <a:extLst>
              <a:ext uri="{FF2B5EF4-FFF2-40B4-BE49-F238E27FC236}">
                <a16:creationId xmlns:a16="http://schemas.microsoft.com/office/drawing/2014/main" id="{EAB93485-C703-0B45-458B-55D4BF5FF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420" y="118462"/>
            <a:ext cx="1800902" cy="73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FE24CE1B-FECC-8E56-E0CA-6A83B89A755C}"/>
              </a:ext>
            </a:extLst>
          </p:cNvPr>
          <p:cNvSpPr/>
          <p:nvPr/>
        </p:nvSpPr>
        <p:spPr>
          <a:xfrm>
            <a:off x="1203960" y="998220"/>
            <a:ext cx="740410" cy="25400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6E86330-0BB8-0E0D-998B-4D64A4479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079" y="1109505"/>
            <a:ext cx="3362877" cy="1205006"/>
          </a:xfrm>
          <a:prstGeom prst="rect">
            <a:avLst/>
          </a:prstGeom>
        </p:spPr>
      </p:pic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7349BF76-089B-A6D9-3BB3-49A2E5BAAD09}"/>
              </a:ext>
            </a:extLst>
          </p:cNvPr>
          <p:cNvSpPr txBox="1">
            <a:spLocks/>
          </p:cNvSpPr>
          <p:nvPr/>
        </p:nvSpPr>
        <p:spPr>
          <a:xfrm>
            <a:off x="3331354" y="2681871"/>
            <a:ext cx="8169766" cy="1930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1800" noProof="0" dirty="0">
                <a:solidFill>
                  <a:schemeClr val="tx2"/>
                </a:solidFill>
              </a:rPr>
              <a:t>Databricks Connect for local development and debugging.</a:t>
            </a:r>
            <a:br>
              <a:rPr lang="en-NL" sz="1800" noProof="0" dirty="0">
                <a:solidFill>
                  <a:schemeClr val="tx2"/>
                </a:solidFill>
              </a:rPr>
            </a:br>
            <a:r>
              <a:rPr lang="en-NL" sz="1200" b="0" i="0" noProof="0" dirty="0">
                <a:solidFill>
                  <a:srgbClr val="1B3139"/>
                </a:solidFill>
                <a:effectLst/>
                <a:latin typeface="DM Sans" pitchFamily="2" charset="0"/>
              </a:rPr>
              <a:t>Is a client library for the Databricks Runtime that allows you to connect popular IDEs to Databricks compute.</a:t>
            </a:r>
            <a:endParaRPr lang="nl-NL" sz="1200" b="0" i="0" noProof="0" dirty="0">
              <a:solidFill>
                <a:srgbClr val="1B3139"/>
              </a:solidFill>
              <a:effectLst/>
              <a:latin typeface="DM Sans" pitchFamily="2" charset="0"/>
            </a:endParaRPr>
          </a:p>
          <a:p>
            <a:pPr lvl="1"/>
            <a:endParaRPr lang="nl-NL" sz="1700" noProof="0" dirty="0">
              <a:solidFill>
                <a:schemeClr val="tx2"/>
              </a:solidFill>
            </a:endParaRPr>
          </a:p>
          <a:p>
            <a:pPr lvl="1"/>
            <a:r>
              <a:rPr lang="en-NL" sz="1700" noProof="0" dirty="0">
                <a:solidFill>
                  <a:schemeClr val="tx2"/>
                </a:solidFill>
              </a:rPr>
              <a:t>Clients depends on Python version when working on Python projects.</a:t>
            </a:r>
          </a:p>
          <a:p>
            <a:pPr lvl="1"/>
            <a:r>
              <a:rPr lang="en-NL" sz="1700" noProof="0" dirty="0">
                <a:solidFill>
                  <a:schemeClr val="tx2"/>
                </a:solidFill>
              </a:rPr>
              <a:t>Dependency with DBR versions.</a:t>
            </a:r>
          </a:p>
        </p:txBody>
      </p:sp>
      <p:sp>
        <p:nvSpPr>
          <p:cNvPr id="27" name="Tijdelijke aanduiding voor inhoud 2">
            <a:extLst>
              <a:ext uri="{FF2B5EF4-FFF2-40B4-BE49-F238E27FC236}">
                <a16:creationId xmlns:a16="http://schemas.microsoft.com/office/drawing/2014/main" id="{63D2981E-0823-067B-1BC6-5D442CC9987E}"/>
              </a:ext>
            </a:extLst>
          </p:cNvPr>
          <p:cNvSpPr txBox="1">
            <a:spLocks/>
          </p:cNvSpPr>
          <p:nvPr/>
        </p:nvSpPr>
        <p:spPr>
          <a:xfrm>
            <a:off x="2982329" y="4950190"/>
            <a:ext cx="5456821" cy="9507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1800" noProof="0" dirty="0">
                <a:solidFill>
                  <a:schemeClr val="tx2"/>
                </a:solidFill>
              </a:rPr>
              <a:t>Configuration file</a:t>
            </a:r>
          </a:p>
          <a:p>
            <a:pPr lvl="1"/>
            <a:r>
              <a:rPr lang="en-NL" sz="1400" noProof="0" dirty="0">
                <a:solidFill>
                  <a:schemeClr val="tx2"/>
                </a:solidFill>
              </a:rPr>
              <a:t>Covers Authentication and DTAP environments among the team </a:t>
            </a:r>
          </a:p>
          <a:p>
            <a:pPr lvl="1"/>
            <a:r>
              <a:rPr lang="en-NL" sz="1400" noProof="0" dirty="0">
                <a:solidFill>
                  <a:schemeClr val="tx2"/>
                </a:solidFill>
              </a:rPr>
              <a:t>Required for CI/CD strategy</a:t>
            </a:r>
          </a:p>
        </p:txBody>
      </p:sp>
      <p:pic>
        <p:nvPicPr>
          <p:cNvPr id="4098" name="Picture 2" descr="Configuration file - Free files and folders icons">
            <a:extLst>
              <a:ext uri="{FF2B5EF4-FFF2-40B4-BE49-F238E27FC236}">
                <a16:creationId xmlns:a16="http://schemas.microsoft.com/office/drawing/2014/main" id="{DCE98079-EBC5-0494-1761-C6C86D4E1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173" y="5002197"/>
            <a:ext cx="846689" cy="84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Afbeelding 27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5652317D-2D5B-3008-8490-C7413610E1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904" y="3105150"/>
            <a:ext cx="600075" cy="647700"/>
          </a:xfrm>
          <a:prstGeom prst="rect">
            <a:avLst/>
          </a:prstGeom>
        </p:spPr>
      </p:pic>
      <p:pic>
        <p:nvPicPr>
          <p:cNvPr id="29" name="Afbeelding 28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795B9EBC-F28A-64CF-8E7C-8A379EA4C9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9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BD993-889D-74EC-E47C-C9D45251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0D9111-2405-2BC5-FE26-6EC4FDA55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6533E-70E7-2BC8-9208-2CBA114B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6713D2-B2FD-B8AB-C925-4F346359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6D62F6-B2DC-1B75-DD91-D01896525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B4986FD-DDA5-56CA-207C-EAB4BB59C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AEA6ED-6E7F-3960-54DB-0F70F8A4E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669235-6500-1062-2700-45FDD9A70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2B22DC6-0AD9-0461-E716-A1942682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473" y="644297"/>
            <a:ext cx="5754696" cy="975751"/>
          </a:xfrm>
        </p:spPr>
        <p:txBody>
          <a:bodyPr>
            <a:normAutofit/>
          </a:bodyPr>
          <a:lstStyle/>
          <a:p>
            <a:pPr algn="ctr"/>
            <a:r>
              <a:rPr lang="en-NL" sz="4800" noProof="0" dirty="0">
                <a:solidFill>
                  <a:schemeClr val="tx2"/>
                </a:solidFill>
              </a:rPr>
              <a:t>Demo time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59A3AF-AA05-1475-B010-4D40E0C89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861" y="1525554"/>
            <a:ext cx="2126483" cy="47079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</a:rPr>
              <a:t>Lets walk !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F7D6A06-F109-0345-59B0-4AAFEE3F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615B1F-7BE0-23B4-7B2E-A40A57AC3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10FDEF-37F3-64D1-6F35-BB9902C43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B6D153D-FD26-7D05-C539-E5E9BDA0C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AD4868-633A-3782-AC77-84F847956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9FE8F2F-DE51-C29F-54DC-B54A660E2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8" name="Afbeelding 7" descr="Afbeelding met persoon, kleding, buitenshuis, boom&#10;&#10;Door AI gegenereerde inhoud is mogelijk onjuist.">
            <a:extLst>
              <a:ext uri="{FF2B5EF4-FFF2-40B4-BE49-F238E27FC236}">
                <a16:creationId xmlns:a16="http://schemas.microsoft.com/office/drawing/2014/main" id="{5258A528-2331-81B1-4D55-43532D83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882" y="2227116"/>
            <a:ext cx="3847431" cy="384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36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E24A4-3792-57AE-60A6-22CF4F4E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678FE5-3E6F-DF83-C5AC-429553742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FEC5BC-4BF2-2356-1639-B2FCDE585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8DAD53-3723-03A6-AF86-7B5C58751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7D0C837-5F24-2637-044C-0E8DA897A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2EA0CD-B64A-746C-A203-14AE61451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5415E4-E726-AC4C-7E32-7D7710124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5C4371D-9149-A528-5874-87FA03436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FC62062-9ED4-0772-9879-DA13D758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D84D14-195C-AD49-C732-1A2325B7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63B651-3EA4-A665-27D7-8A6B35590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78B006-CFA3-0709-3465-993F0FE31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47E9F69-E86B-A196-9C2B-B0A10468F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4702809-7822-265E-E76C-F259079D4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063438CF-357C-15D4-68CE-36F8ACE8BED6}"/>
              </a:ext>
            </a:extLst>
          </p:cNvPr>
          <p:cNvSpPr txBox="1">
            <a:spLocks/>
          </p:cNvSpPr>
          <p:nvPr/>
        </p:nvSpPr>
        <p:spPr>
          <a:xfrm>
            <a:off x="4476838" y="189920"/>
            <a:ext cx="5845970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What are DABS prerequisites?</a:t>
            </a:r>
          </a:p>
        </p:txBody>
      </p:sp>
      <p:pic>
        <p:nvPicPr>
          <p:cNvPr id="5" name="Picture 2" descr="Databricks Asset Bundles (DAB) with Github Actions | by The MLOps Guy |  MLOps.io | Medium">
            <a:extLst>
              <a:ext uri="{FF2B5EF4-FFF2-40B4-BE49-F238E27FC236}">
                <a16:creationId xmlns:a16="http://schemas.microsoft.com/office/drawing/2014/main" id="{13BCBF2D-4C67-EE2F-39B9-405EA3A83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420" y="118462"/>
            <a:ext cx="1800902" cy="73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728CFFFD-1359-1DA8-E426-74FC9697E443}"/>
              </a:ext>
            </a:extLst>
          </p:cNvPr>
          <p:cNvSpPr/>
          <p:nvPr/>
        </p:nvSpPr>
        <p:spPr>
          <a:xfrm>
            <a:off x="1203960" y="998220"/>
            <a:ext cx="740410" cy="25400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28" name="Afbeelding 27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8843BF3C-6687-028E-E48B-845AC8878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957" y="3329907"/>
            <a:ext cx="600075" cy="647700"/>
          </a:xfrm>
          <a:prstGeom prst="rect">
            <a:avLst/>
          </a:prstGeom>
        </p:spPr>
      </p:pic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9ED6B661-6879-7AE8-C578-11F5E5F49FB7}"/>
              </a:ext>
            </a:extLst>
          </p:cNvPr>
          <p:cNvSpPr txBox="1">
            <a:spLocks/>
          </p:cNvSpPr>
          <p:nvPr/>
        </p:nvSpPr>
        <p:spPr>
          <a:xfrm>
            <a:off x="3263119" y="3345729"/>
            <a:ext cx="5241758" cy="873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1800" noProof="0" dirty="0">
                <a:solidFill>
                  <a:schemeClr val="tx2"/>
                </a:solidFill>
              </a:rPr>
              <a:t>DABS uses TF (Terraform) to package and deploy the different objects to the DB Workspaces.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047A970-4C66-56CF-B26B-6C42BCEFD5E4}"/>
              </a:ext>
            </a:extLst>
          </p:cNvPr>
          <p:cNvSpPr txBox="1">
            <a:spLocks/>
          </p:cNvSpPr>
          <p:nvPr/>
        </p:nvSpPr>
        <p:spPr>
          <a:xfrm>
            <a:off x="3419130" y="4280441"/>
            <a:ext cx="5845970" cy="1293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600" b="0" i="0" noProof="0" dirty="0">
                <a:solidFill>
                  <a:srgbClr val="001D35"/>
                </a:solidFill>
                <a:effectLst/>
                <a:latin typeface="Abadi Extra Light" panose="020B0204020104020204" pitchFamily="34" charset="0"/>
              </a:rPr>
              <a:t>Terraform is an open-source Infrastructure as Code (</a:t>
            </a:r>
            <a:r>
              <a:rPr lang="en-NL" sz="1600" b="0" i="0" noProof="0" dirty="0" err="1">
                <a:solidFill>
                  <a:srgbClr val="001D35"/>
                </a:solidFill>
                <a:effectLst/>
                <a:latin typeface="Abadi Extra Light" panose="020B0204020104020204" pitchFamily="34" charset="0"/>
              </a:rPr>
              <a:t>IaC</a:t>
            </a:r>
            <a:r>
              <a:rPr lang="en-NL" sz="1600" b="0" i="0" noProof="0" dirty="0">
                <a:solidFill>
                  <a:srgbClr val="001D35"/>
                </a:solidFill>
                <a:effectLst/>
                <a:latin typeface="Abadi Extra Light" panose="020B0204020104020204" pitchFamily="34" charset="0"/>
              </a:rPr>
              <a:t>) tool created by </a:t>
            </a:r>
            <a:r>
              <a:rPr lang="en-NL" sz="1600" b="0" i="0" noProof="0" dirty="0" err="1">
                <a:solidFill>
                  <a:srgbClr val="001D35"/>
                </a:solidFill>
                <a:effectLst/>
                <a:latin typeface="Abadi Extra Light" panose="020B0204020104020204" pitchFamily="34" charset="0"/>
              </a:rPr>
              <a:t>HashiCorp</a:t>
            </a:r>
            <a:r>
              <a:rPr lang="en-NL" sz="1600" b="0" i="0" noProof="0" dirty="0">
                <a:solidFill>
                  <a:srgbClr val="001D35"/>
                </a:solidFill>
                <a:effectLst/>
                <a:latin typeface="Abadi Extra Light" panose="020B0204020104020204" pitchFamily="34" charset="0"/>
              </a:rPr>
              <a:t>. It allows users to define and provision infrastructure using a declarative configuration language. Terraform enables developers to create, update, and manage infrastructure components</a:t>
            </a:r>
            <a:endParaRPr lang="en-NL" sz="1600" noProof="0" dirty="0">
              <a:solidFill>
                <a:schemeClr val="tx2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524D5B0-2F70-845B-3E62-74341FC803EC}"/>
              </a:ext>
            </a:extLst>
          </p:cNvPr>
          <p:cNvSpPr txBox="1">
            <a:spLocks/>
          </p:cNvSpPr>
          <p:nvPr/>
        </p:nvSpPr>
        <p:spPr>
          <a:xfrm>
            <a:off x="4107000" y="1658960"/>
            <a:ext cx="4303575" cy="4429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Deployment: The magic behind the curtain</a:t>
            </a:r>
          </a:p>
        </p:txBody>
      </p:sp>
      <p:pic>
        <p:nvPicPr>
          <p:cNvPr id="8194" name="Picture 2" descr="Behind the Curtain: Why Great Personalisation Feels Like Magic | SAP Emarsys">
            <a:extLst>
              <a:ext uri="{FF2B5EF4-FFF2-40B4-BE49-F238E27FC236}">
                <a16:creationId xmlns:a16="http://schemas.microsoft.com/office/drawing/2014/main" id="{29FA2AA8-F892-BC85-ECAB-AE2C2C18A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21" y="2035707"/>
            <a:ext cx="2773884" cy="96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terraform color&quot; Icon - Download for free – Iconduck">
            <a:extLst>
              <a:ext uri="{FF2B5EF4-FFF2-40B4-BE49-F238E27FC236}">
                <a16:creationId xmlns:a16="http://schemas.microsoft.com/office/drawing/2014/main" id="{E8B704B6-4A12-A6A5-D424-B0988751B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226" y="3337309"/>
            <a:ext cx="482378" cy="54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Afbeelding 29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9284C894-804C-C646-72EA-E40D75D639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7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30">
            <a:extLst>
              <a:ext uri="{FF2B5EF4-FFF2-40B4-BE49-F238E27FC236}">
                <a16:creationId xmlns:a16="http://schemas.microsoft.com/office/drawing/2014/main" id="{18AC8E79-ECD6-4F34-BE5A-9F5E850E8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D2BE1BB-2AB2-4D7E-9E27-8D245181B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22A1615C-2156-4B15-BF3E-39794B37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97691"/>
            <a:ext cx="5378624" cy="6402614"/>
            <a:chOff x="-19221" y="197691"/>
            <a:chExt cx="5378624" cy="6402614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D0AAA4B8-4E08-4663-9835-BA403F00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29" name="Freeform: Shape 1036">
              <a:extLst>
                <a:ext uri="{FF2B5EF4-FFF2-40B4-BE49-F238E27FC236}">
                  <a16:creationId xmlns:a16="http://schemas.microsoft.com/office/drawing/2014/main" id="{CB4869D1-3E13-4881-A292-2F38ECC07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0" name="Freeform: Shape 1037">
              <a:extLst>
                <a:ext uri="{FF2B5EF4-FFF2-40B4-BE49-F238E27FC236}">
                  <a16:creationId xmlns:a16="http://schemas.microsoft.com/office/drawing/2014/main" id="{3FEDB7CE-BB3D-4A0D-A73F-3117044F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2" name="Freeform: Shape 1038">
              <a:extLst>
                <a:ext uri="{FF2B5EF4-FFF2-40B4-BE49-F238E27FC236}">
                  <a16:creationId xmlns:a16="http://schemas.microsoft.com/office/drawing/2014/main" id="{A6E0C6E1-7FBF-471E-849C-A54AF1D4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1034" name="Freeform: Shape 1039">
              <a:extLst>
                <a:ext uri="{FF2B5EF4-FFF2-40B4-BE49-F238E27FC236}">
                  <a16:creationId xmlns:a16="http://schemas.microsoft.com/office/drawing/2014/main" id="{B2BFAA38-D910-41AD-BBED-0608E4AE71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8653BC1-C5D6-6BB3-49FC-3D9FF11C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440" y="3466209"/>
            <a:ext cx="3476488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NL" sz="4000" noProof="0" dirty="0">
                <a:solidFill>
                  <a:schemeClr val="tx2"/>
                </a:solidFill>
              </a:rPr>
              <a:t>Databricks </a:t>
            </a:r>
            <a:r>
              <a:rPr lang="en-NL" sz="40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Terraform provider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837A00-7D6E-6D22-FD57-AEFB752ADF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2570" y="1162967"/>
            <a:ext cx="4935584" cy="4824534"/>
          </a:xfrm>
          <a:custGeom>
            <a:avLst/>
            <a:gdLst/>
            <a:ahLst/>
            <a:cxnLst/>
            <a:rect l="l" t="t" r="r" b="b"/>
            <a:pathLst>
              <a:path w="5017317" h="5380277">
                <a:moveTo>
                  <a:pt x="0" y="0"/>
                </a:moveTo>
                <a:lnTo>
                  <a:pt x="5017317" y="0"/>
                </a:lnTo>
                <a:lnTo>
                  <a:pt x="5017317" y="5380277"/>
                </a:lnTo>
                <a:lnTo>
                  <a:pt x="0" y="538027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0BAADB-4F69-B273-966E-8864C497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NL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Free your Data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A2A03BEF-E0A3-9889-38B4-4A507E3DA417}"/>
              </a:ext>
            </a:extLst>
          </p:cNvPr>
          <p:cNvSpPr/>
          <p:nvPr/>
        </p:nvSpPr>
        <p:spPr>
          <a:xfrm>
            <a:off x="1203960" y="998220"/>
            <a:ext cx="740410" cy="25400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09201C0-3079-530E-B865-182B74361C3D}"/>
              </a:ext>
            </a:extLst>
          </p:cNvPr>
          <p:cNvSpPr txBox="1">
            <a:spLocks/>
          </p:cNvSpPr>
          <p:nvPr/>
        </p:nvSpPr>
        <p:spPr>
          <a:xfrm>
            <a:off x="4476838" y="189920"/>
            <a:ext cx="5845970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What are DABS prerequisites?</a:t>
            </a:r>
          </a:p>
        </p:txBody>
      </p:sp>
      <p:pic>
        <p:nvPicPr>
          <p:cNvPr id="7" name="Picture 2" descr="Databricks Asset Bundles (DAB) with Github Actions | by The MLOps Guy |  MLOps.io | Medium">
            <a:extLst>
              <a:ext uri="{FF2B5EF4-FFF2-40B4-BE49-F238E27FC236}">
                <a16:creationId xmlns:a16="http://schemas.microsoft.com/office/drawing/2014/main" id="{F75CB0BB-2972-5364-923E-697F0418B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420" y="118462"/>
            <a:ext cx="1800902" cy="73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fbeelding 7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E9C1E46E-52B4-103A-0F56-8847FD2AA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AAA5C316-D3E0-3D88-C66D-917E7A875965}"/>
              </a:ext>
            </a:extLst>
          </p:cNvPr>
          <p:cNvSpPr txBox="1">
            <a:spLocks/>
          </p:cNvSpPr>
          <p:nvPr/>
        </p:nvSpPr>
        <p:spPr>
          <a:xfrm>
            <a:off x="5187198" y="6042502"/>
            <a:ext cx="4935584" cy="3330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1200" noProof="0" dirty="0">
                <a:solidFill>
                  <a:schemeClr val="tx2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Don’t be scared if the first thing you see in the ReadMe file is this image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09AEA6F0-140A-C4C8-764F-D0FCC49D04CE}"/>
              </a:ext>
            </a:extLst>
          </p:cNvPr>
          <p:cNvSpPr txBox="1"/>
          <p:nvPr/>
        </p:nvSpPr>
        <p:spPr>
          <a:xfrm>
            <a:off x="5400950" y="91458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000" i="1" noProof="0" dirty="0"/>
              <a:t>https://github.com/databricks/terraform-provider-databricks/blob/main/README.md</a:t>
            </a:r>
          </a:p>
        </p:txBody>
      </p:sp>
      <p:pic>
        <p:nvPicPr>
          <p:cNvPr id="11268" name="Picture 4" descr="Wink Emoji [Free Download IOS Emojis]">
            <a:extLst>
              <a:ext uri="{FF2B5EF4-FFF2-40B4-BE49-F238E27FC236}">
                <a16:creationId xmlns:a16="http://schemas.microsoft.com/office/drawing/2014/main" id="{7701CA43-3FA7-9822-634C-7C120CDFB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2770" y="6036655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6E25B-501D-418E-DCC7-9A81CD12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0EFC99-58D3-E9CF-1995-CE7884AE2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DF1090-B18A-F641-7AAE-DE68AFD4F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46CFC73-2D67-A041-3D93-3C49E602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991" y="1056296"/>
            <a:ext cx="5215281" cy="565484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NL" sz="36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TF Deployment strategy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30A7C1-B3CC-5EB5-1FBE-1B78FE9DB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2A8FB5-204C-F59D-13CC-034744736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05A520E-E14B-0717-E98C-0F8190FF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A1A8D52-9F0A-C0A8-BC19-823BE86EF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5D7FF1-9270-9E6C-3A7F-EE48BE466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1E78CC-7BB6-42AA-20BB-21DDD099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42" y="3743388"/>
            <a:ext cx="5286598" cy="2207832"/>
          </a:xfrm>
        </p:spPr>
        <p:txBody>
          <a:bodyPr>
            <a:normAutofit/>
          </a:bodyPr>
          <a:lstStyle/>
          <a:p>
            <a:r>
              <a:rPr lang="en-NL" sz="1800" noProof="0" dirty="0">
                <a:solidFill>
                  <a:schemeClr val="tx2"/>
                </a:solidFill>
              </a:rPr>
              <a:t>Terraform Binary</a:t>
            </a:r>
          </a:p>
          <a:p>
            <a:pPr lvl="1"/>
            <a:r>
              <a:rPr lang="en-NL" sz="1400" noProof="0" dirty="0">
                <a:solidFill>
                  <a:srgbClr val="E97132"/>
                </a:solidFill>
              </a:rPr>
              <a:t>Warning!</a:t>
            </a:r>
            <a:r>
              <a:rPr lang="en-NL" sz="1400" noProof="0" dirty="0">
                <a:solidFill>
                  <a:schemeClr val="tx2"/>
                </a:solidFill>
              </a:rPr>
              <a:t> NO Windows ARMx64 TF Binary supported. </a:t>
            </a:r>
          </a:p>
          <a:p>
            <a:r>
              <a:rPr lang="en-NL" sz="1800" noProof="0" dirty="0">
                <a:solidFill>
                  <a:schemeClr val="tx2"/>
                </a:solidFill>
              </a:rPr>
              <a:t>Terraform provider Databricks</a:t>
            </a:r>
          </a:p>
          <a:p>
            <a:pPr lvl="1"/>
            <a:r>
              <a:rPr lang="en-NL" sz="1400" noProof="0" dirty="0">
                <a:solidFill>
                  <a:schemeClr val="tx2"/>
                </a:solidFill>
              </a:rPr>
              <a:t>Works with Terraform 1.1.5 or newer.</a:t>
            </a:r>
          </a:p>
          <a:p>
            <a:r>
              <a:rPr lang="en-NL" sz="1800" noProof="0" dirty="0">
                <a:solidFill>
                  <a:schemeClr val="tx2"/>
                </a:solidFill>
              </a:rPr>
              <a:t>Both are obtained (downloaded) online when validating and deploying.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E5C42BC-C089-477C-9C72-C66D29F0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7D477F-03F8-DA71-B463-0B2778FBA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1F1C1D-A518-4C2B-4216-3488A59C9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A77D42-4A7C-1CF7-EA15-7A956519D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15FB8B0-9EEB-D182-44DF-F87DC114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1F62712-21E0-64E1-6613-F06FB2049C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F4904F5D-4999-16FF-F567-892F04F9B1CF}"/>
              </a:ext>
            </a:extLst>
          </p:cNvPr>
          <p:cNvSpPr txBox="1">
            <a:spLocks/>
          </p:cNvSpPr>
          <p:nvPr/>
        </p:nvSpPr>
        <p:spPr>
          <a:xfrm>
            <a:off x="4476838" y="189920"/>
            <a:ext cx="5845970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What are DABS prerequisites?</a:t>
            </a:r>
          </a:p>
        </p:txBody>
      </p:sp>
      <p:pic>
        <p:nvPicPr>
          <p:cNvPr id="5" name="Picture 2" descr="Databricks Asset Bundles (DAB) with Github Actions | by The MLOps Guy |  MLOps.io | Medium">
            <a:extLst>
              <a:ext uri="{FF2B5EF4-FFF2-40B4-BE49-F238E27FC236}">
                <a16:creationId xmlns:a16="http://schemas.microsoft.com/office/drawing/2014/main" id="{2A0F5DE3-4AD9-FE6C-9EA7-680E024BE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420" y="118462"/>
            <a:ext cx="1800902" cy="73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43A43B9A-24F2-8BF2-43B5-78C568479221}"/>
              </a:ext>
            </a:extLst>
          </p:cNvPr>
          <p:cNvSpPr/>
          <p:nvPr/>
        </p:nvSpPr>
        <p:spPr>
          <a:xfrm>
            <a:off x="1203960" y="998220"/>
            <a:ext cx="740410" cy="25400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12" name="Afbeelding 11" descr="Afbeelding met schermopname, tekst, Graphics, Multimediasoftware&#10;&#10;Door AI gegenereerde inhoud is mogelijk onjuist.">
            <a:extLst>
              <a:ext uri="{FF2B5EF4-FFF2-40B4-BE49-F238E27FC236}">
                <a16:creationId xmlns:a16="http://schemas.microsoft.com/office/drawing/2014/main" id="{6292A20E-2459-5A96-222D-68F55A5ED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882" y="1932617"/>
            <a:ext cx="6286989" cy="2355569"/>
          </a:xfrm>
          <a:prstGeom prst="rect">
            <a:avLst/>
          </a:prstGeom>
        </p:spPr>
      </p:pic>
      <p:pic>
        <p:nvPicPr>
          <p:cNvPr id="14" name="Picture 14" descr="Download Free GitHub Logo PNG and SVG Icons">
            <a:extLst>
              <a:ext uri="{FF2B5EF4-FFF2-40B4-BE49-F238E27FC236}">
                <a16:creationId xmlns:a16="http://schemas.microsoft.com/office/drawing/2014/main" id="{A4FD414A-E34F-8663-0747-F023FAADB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498791"/>
            <a:ext cx="379945" cy="37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Afbeelding 19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CA030F03-38C7-6CD6-56DF-16A72BA2B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838" y="4468636"/>
            <a:ext cx="379945" cy="410099"/>
          </a:xfrm>
          <a:prstGeom prst="rect">
            <a:avLst/>
          </a:prstGeom>
        </p:spPr>
      </p:pic>
      <p:pic>
        <p:nvPicPr>
          <p:cNvPr id="2052" name="Picture 4" descr="terraform color&quot; Icon - Download for free – Iconduck">
            <a:extLst>
              <a:ext uri="{FF2B5EF4-FFF2-40B4-BE49-F238E27FC236}">
                <a16:creationId xmlns:a16="http://schemas.microsoft.com/office/drawing/2014/main" id="{7F5441B8-1FB6-2FA9-0D30-5DC1138C0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948" y="3660360"/>
            <a:ext cx="353692" cy="40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Afbeelding 8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FFA6BBD1-0C32-D6F6-B7A2-0DD701C4A8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5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4E7DA-83CE-6DDE-AE3E-BF40D93A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6091EA-CDBE-F787-815D-11C0B8999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AFEDA2-17FA-BDFF-EAD2-4EF2B42A0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FC4CA8-1BF6-89AB-C3EA-DE4791B8D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961A2A-1669-4806-8CD5-0907DB084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5519222-FC6E-7B71-BF08-1DC2E9A94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E79F93-3C45-5890-8CB9-5236E9AFF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E8963AF-331A-AE00-6C43-348C26DC9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9E7A6ED-5389-F25E-D96E-3073EF58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473" y="644297"/>
            <a:ext cx="5754696" cy="975751"/>
          </a:xfrm>
        </p:spPr>
        <p:txBody>
          <a:bodyPr>
            <a:normAutofit/>
          </a:bodyPr>
          <a:lstStyle/>
          <a:p>
            <a:pPr algn="ctr"/>
            <a:r>
              <a:rPr lang="en-NL" sz="4800" noProof="0" dirty="0">
                <a:solidFill>
                  <a:schemeClr val="tx2"/>
                </a:solidFill>
              </a:rPr>
              <a:t>Show time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484B96-25F3-726C-33DC-127A2C3B3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534" y="1525788"/>
            <a:ext cx="4571233" cy="470792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</a:rPr>
              <a:t>Let us invite more people to walk with us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FF11307-C6BD-97E5-D11D-25BC4001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51A550-93EE-E936-6553-9CD17BAD9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0C947A0-483A-5DF7-8AE5-A14BA775D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E3F137-975F-1701-0310-A527F2E75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32B1C30-B2E6-E0E3-2B79-38859EC8F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257DE9-159F-643F-7B27-B128214E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7" name="Afbeelding 6" descr="Afbeelding met boom, buitenshuis, kleding, mensen">
            <a:extLst>
              <a:ext uri="{FF2B5EF4-FFF2-40B4-BE49-F238E27FC236}">
                <a16:creationId xmlns:a16="http://schemas.microsoft.com/office/drawing/2014/main" id="{B6E9065F-C10C-DCDE-AB1E-2D949F90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250" y="2082800"/>
            <a:ext cx="4032250" cy="403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69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F1BFA-5167-BB17-B5AE-5142D7EC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1FCBCC-0B84-2F6A-54A8-B8553264D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95FB2E-DD93-188F-BCF6-C10E0EA5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59C717-1EB4-468F-0F51-7C9B30C04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BF6B49-41B0-B5BC-D85F-3E5D9907C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C24F1A-C9F4-00E1-2E38-15381568C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941DE9D-F050-9190-C2E2-9D539F071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0F1A37A-9436-89C1-6407-8F1AB724E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82B5F61-3BCA-B915-E964-260BAFC0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AD9D48-8830-3C0C-2C45-099B7B0E3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1EA83A0-4402-9E31-44D2-FC111B3C7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14F7FA2-63B8-38B4-280E-3F85CDF39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2CCB324-D4B6-FEA6-1539-F25451347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1A6322-CF89-A1B9-EE13-B5CA7CE58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AA29C2B7-1721-3216-F0B6-FBD472344DA6}"/>
              </a:ext>
            </a:extLst>
          </p:cNvPr>
          <p:cNvSpPr txBox="1">
            <a:spLocks/>
          </p:cNvSpPr>
          <p:nvPr/>
        </p:nvSpPr>
        <p:spPr>
          <a:xfrm>
            <a:off x="6048376" y="136525"/>
            <a:ext cx="5248502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DABS Development environment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07EBD7FB-705F-DBD8-71AB-903FDF23A401}"/>
              </a:ext>
            </a:extLst>
          </p:cNvPr>
          <p:cNvSpPr/>
          <p:nvPr/>
        </p:nvSpPr>
        <p:spPr>
          <a:xfrm>
            <a:off x="649224" y="2097983"/>
            <a:ext cx="1106423" cy="536506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1028" name="Picture 4" descr="Visual Studio Code - Wikipedia">
            <a:extLst>
              <a:ext uri="{FF2B5EF4-FFF2-40B4-BE49-F238E27FC236}">
                <a16:creationId xmlns:a16="http://schemas.microsoft.com/office/drawing/2014/main" id="{9F1E57FE-5EED-7126-C4B0-62A14B25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411" y="62460"/>
            <a:ext cx="639549" cy="63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kstvak 25">
            <a:extLst>
              <a:ext uri="{FF2B5EF4-FFF2-40B4-BE49-F238E27FC236}">
                <a16:creationId xmlns:a16="http://schemas.microsoft.com/office/drawing/2014/main" id="{2901077D-00FE-61D6-6852-91D08E11ECEA}"/>
              </a:ext>
            </a:extLst>
          </p:cNvPr>
          <p:cNvSpPr txBox="1"/>
          <p:nvPr/>
        </p:nvSpPr>
        <p:spPr>
          <a:xfrm>
            <a:off x="3699568" y="1060704"/>
            <a:ext cx="3120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Azure DevOps /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	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	Build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	Service connections</a:t>
            </a:r>
          </a:p>
        </p:txBody>
      </p:sp>
      <p:pic>
        <p:nvPicPr>
          <p:cNvPr id="1032" name="Picture 8" descr="Microsoft Azure DevOps for Large Teams - The Provato Group">
            <a:extLst>
              <a:ext uri="{FF2B5EF4-FFF2-40B4-BE49-F238E27FC236}">
                <a16:creationId xmlns:a16="http://schemas.microsoft.com/office/drawing/2014/main" id="{165B3CAA-C477-BF50-885D-4E91B86A2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207" y="1036282"/>
            <a:ext cx="663049" cy="44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ownload Free GitHub Logo PNG and SVG Icons">
            <a:extLst>
              <a:ext uri="{FF2B5EF4-FFF2-40B4-BE49-F238E27FC236}">
                <a16:creationId xmlns:a16="http://schemas.microsoft.com/office/drawing/2014/main" id="{0C4ED6AF-585B-64DE-1D01-4EF35B19E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488" y="904175"/>
            <a:ext cx="590635" cy="59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kstvak 27">
            <a:extLst>
              <a:ext uri="{FF2B5EF4-FFF2-40B4-BE49-F238E27FC236}">
                <a16:creationId xmlns:a16="http://schemas.microsoft.com/office/drawing/2014/main" id="{22E07606-A66C-469A-D710-F5C6DE3CD744}"/>
              </a:ext>
            </a:extLst>
          </p:cNvPr>
          <p:cNvSpPr txBox="1"/>
          <p:nvPr/>
        </p:nvSpPr>
        <p:spPr>
          <a:xfrm>
            <a:off x="7306056" y="1807019"/>
            <a:ext cx="43999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If network is isolated</a:t>
            </a:r>
          </a:p>
          <a:p>
            <a:endParaRPr lang="en-NL" noProof="0" dirty="0"/>
          </a:p>
          <a:p>
            <a:r>
              <a:rPr lang="en-NL" sz="1400" noProof="0" dirty="0"/>
              <a:t>Go then for ‘air gapped’ approach</a:t>
            </a:r>
          </a:p>
          <a:p>
            <a:pPr marL="342900" indent="-342900">
              <a:buAutoNum type="arabicParenR"/>
            </a:pPr>
            <a:r>
              <a:rPr lang="en-NL" sz="1400" noProof="0" dirty="0"/>
              <a:t>Download Databricks CLI Docker image</a:t>
            </a:r>
          </a:p>
          <a:p>
            <a:pPr marL="342900" indent="-342900">
              <a:buAutoNum type="arabicParenR"/>
            </a:pPr>
            <a:r>
              <a:rPr lang="en-NL" sz="1400" noProof="0" dirty="0"/>
              <a:t>Offline download together local variables </a:t>
            </a:r>
          </a:p>
          <a:p>
            <a:pPr marL="342900" indent="-342900">
              <a:buAutoNum type="arabicParenR"/>
            </a:pPr>
            <a:r>
              <a:rPr lang="en-NL" sz="1400" noProof="0" dirty="0"/>
              <a:t>Wait until dependency are removed (long term)</a:t>
            </a:r>
          </a:p>
          <a:p>
            <a:pPr marL="342900" indent="-342900">
              <a:buAutoNum type="arabicParenR"/>
            </a:pPr>
            <a:endParaRPr lang="en-NL" noProof="0" dirty="0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57FA0386-DCE3-17DC-110C-D3008E723944}"/>
              </a:ext>
            </a:extLst>
          </p:cNvPr>
          <p:cNvSpPr txBox="1"/>
          <p:nvPr/>
        </p:nvSpPr>
        <p:spPr>
          <a:xfrm>
            <a:off x="2243734" y="3308836"/>
            <a:ext cx="236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Databricks Clusters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1EF0DB01-E30B-1AFB-8D80-0A2E2756E937}"/>
              </a:ext>
            </a:extLst>
          </p:cNvPr>
          <p:cNvSpPr txBox="1"/>
          <p:nvPr/>
        </p:nvSpPr>
        <p:spPr>
          <a:xfrm>
            <a:off x="6576048" y="4834650"/>
            <a:ext cx="236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Databricks Connect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DA59CCDC-BFC4-CB66-F7AD-1921F1065937}"/>
              </a:ext>
            </a:extLst>
          </p:cNvPr>
          <p:cNvSpPr txBox="1"/>
          <p:nvPr/>
        </p:nvSpPr>
        <p:spPr>
          <a:xfrm>
            <a:off x="4831160" y="3880334"/>
            <a:ext cx="2368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Align DB Connect version with clusters</a:t>
            </a:r>
          </a:p>
        </p:txBody>
      </p:sp>
      <p:pic>
        <p:nvPicPr>
          <p:cNvPr id="2" name="Picture 6" descr="Cluster Data Icons - Free SVG &amp; PNG Cluster Data Images - Noun Project">
            <a:extLst>
              <a:ext uri="{FF2B5EF4-FFF2-40B4-BE49-F238E27FC236}">
                <a16:creationId xmlns:a16="http://schemas.microsoft.com/office/drawing/2014/main" id="{62DD3292-EB26-4D70-B309-C362BD30E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410" y="3841294"/>
            <a:ext cx="663449" cy="66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B407E379-B073-EB3E-5BAA-FF4CB04B2A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84" y="5383291"/>
            <a:ext cx="600075" cy="647700"/>
          </a:xfrm>
          <a:prstGeom prst="rect">
            <a:avLst/>
          </a:prstGeom>
        </p:spPr>
      </p:pic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869947DE-F5F2-C288-5B66-E81D2EF313F5}"/>
              </a:ext>
            </a:extLst>
          </p:cNvPr>
          <p:cNvCxnSpPr>
            <a:cxnSpLocks/>
            <a:stCxn id="29" idx="3"/>
            <a:endCxn id="32" idx="0"/>
          </p:cNvCxnSpPr>
          <p:nvPr/>
        </p:nvCxnSpPr>
        <p:spPr>
          <a:xfrm>
            <a:off x="4612394" y="3493502"/>
            <a:ext cx="1403096" cy="3868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816CDCFB-C593-79FA-D5DF-BE56F7DFB304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015490" y="4526665"/>
            <a:ext cx="1744888" cy="307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041E37BE-7400-4C47-B1C7-70E0EC797A7D}"/>
              </a:ext>
            </a:extLst>
          </p:cNvPr>
          <p:cNvSpPr txBox="1"/>
          <p:nvPr/>
        </p:nvSpPr>
        <p:spPr>
          <a:xfrm>
            <a:off x="2339058" y="4801869"/>
            <a:ext cx="2633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Policies:</a:t>
            </a:r>
          </a:p>
          <a:p>
            <a:r>
              <a:rPr lang="en-NL" noProof="0" dirty="0"/>
              <a:t>	Shared</a:t>
            </a:r>
          </a:p>
          <a:p>
            <a:r>
              <a:rPr lang="en-NL" noProof="0" dirty="0"/>
              <a:t>	Single-Use</a:t>
            </a:r>
          </a:p>
          <a:p>
            <a:r>
              <a:rPr lang="en-NL" noProof="0" dirty="0"/>
              <a:t>	Serverless</a:t>
            </a:r>
          </a:p>
        </p:txBody>
      </p:sp>
      <p:pic>
        <p:nvPicPr>
          <p:cNvPr id="7170" name="Picture 2" descr="1,700+ No Internet Connection Icon Stock Illustrations ...">
            <a:extLst>
              <a:ext uri="{FF2B5EF4-FFF2-40B4-BE49-F238E27FC236}">
                <a16:creationId xmlns:a16="http://schemas.microsoft.com/office/drawing/2014/main" id="{D898F344-8953-FFAF-4678-5C1AAE9E4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519" y="1721293"/>
            <a:ext cx="517013" cy="48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Afbeelding 26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8731C631-E920-29A1-073A-B197913DD8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2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  <p:bldP spid="30" grpId="0"/>
      <p:bldP spid="32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06B8C-5D00-3FF2-586E-5CDD064E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5AE7B0-85F7-E30B-582F-AC5DC135F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A53EF-9F08-728D-CFFC-0D505C49F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C6850B-D686-4F4A-41D6-627A30C05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F15033A-89EF-6A8E-16E9-1048D0366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B3EBFA-5611-BC91-9C1A-82DA8EC33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158E21E-92CB-7A12-8285-1E7E8BFD9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E7E931-EA31-A80A-0FE7-A5CE8E3B7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42B2866-2754-46F9-8F22-AEC2F58E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F3A7D0-0BC6-2EDC-B8AC-CF62E7CB0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14D543F-CDFD-2B08-5ACD-82AE16668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4127D0-D1FD-6D3C-1E29-F413E0C60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A115F3-6136-B8BB-113A-70D65C0DB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A23B37-340C-DF2A-8FD7-BDBA3ED09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60F1826B-F138-372E-4101-F07C17DB0A14}"/>
              </a:ext>
            </a:extLst>
          </p:cNvPr>
          <p:cNvSpPr/>
          <p:nvPr/>
        </p:nvSpPr>
        <p:spPr>
          <a:xfrm>
            <a:off x="649224" y="2097983"/>
            <a:ext cx="1106423" cy="536506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1028" name="Picture 4" descr="Visual Studio Code - Wikipedia">
            <a:extLst>
              <a:ext uri="{FF2B5EF4-FFF2-40B4-BE49-F238E27FC236}">
                <a16:creationId xmlns:a16="http://schemas.microsoft.com/office/drawing/2014/main" id="{51ECB660-584E-5F9D-5009-782A90E9A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411" y="62460"/>
            <a:ext cx="639549" cy="63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kstvak 25">
            <a:extLst>
              <a:ext uri="{FF2B5EF4-FFF2-40B4-BE49-F238E27FC236}">
                <a16:creationId xmlns:a16="http://schemas.microsoft.com/office/drawing/2014/main" id="{243E6E75-C7C2-8E92-DDE0-6B4784F28329}"/>
              </a:ext>
            </a:extLst>
          </p:cNvPr>
          <p:cNvSpPr txBox="1"/>
          <p:nvPr/>
        </p:nvSpPr>
        <p:spPr>
          <a:xfrm>
            <a:off x="3947173" y="1289588"/>
            <a:ext cx="439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DBAS Developer mindset and knowledge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1E5ECB44-D6C3-4E14-DF17-1F0F010C88D5}"/>
              </a:ext>
            </a:extLst>
          </p:cNvPr>
          <p:cNvSpPr txBox="1"/>
          <p:nvPr/>
        </p:nvSpPr>
        <p:spPr>
          <a:xfrm>
            <a:off x="7491464" y="3324893"/>
            <a:ext cx="172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Authentication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79E21871-5399-D554-AD04-1E2F8D258C83}"/>
              </a:ext>
            </a:extLst>
          </p:cNvPr>
          <p:cNvSpPr txBox="1"/>
          <p:nvPr/>
        </p:nvSpPr>
        <p:spPr>
          <a:xfrm>
            <a:off x="5154178" y="3978197"/>
            <a:ext cx="5993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Configuration File containing Authentication method.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L" noProof="0" dirty="0"/>
              <a:t>	Avoid using PAT ! and use OAuth U2M 	(User-to-machine)</a:t>
            </a:r>
            <a:r>
              <a:rPr lang="nl-NL" noProof="0" dirty="0"/>
              <a:t> or M2M (Machine-</a:t>
            </a:r>
            <a:r>
              <a:rPr lang="nl-NL" noProof="0" dirty="0" err="1"/>
              <a:t>to</a:t>
            </a:r>
            <a:r>
              <a:rPr lang="nl-NL" noProof="0" dirty="0"/>
              <a:t>-Machine)</a:t>
            </a:r>
            <a:endParaRPr lang="en-NL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L" noProof="0" dirty="0"/>
              <a:t>	Place config file in your source code to</a:t>
            </a:r>
            <a:r>
              <a:rPr lang="nl-NL" noProof="0" dirty="0"/>
              <a:t> </a:t>
            </a:r>
            <a:r>
              <a:rPr lang="en-NL" noProof="0" dirty="0"/>
              <a:t>be shared.</a:t>
            </a:r>
          </a:p>
          <a:p>
            <a:pPr lvl="1"/>
            <a:r>
              <a:rPr lang="en-NL" noProof="0" dirty="0"/>
              <a:t>	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A5A19B74-B9CA-3F94-8F8D-42A3FAB0569E}"/>
              </a:ext>
            </a:extLst>
          </p:cNvPr>
          <p:cNvSpPr txBox="1"/>
          <p:nvPr/>
        </p:nvSpPr>
        <p:spPr>
          <a:xfrm>
            <a:off x="4185642" y="1791741"/>
            <a:ext cx="5236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Local debugging, no longer via Databricks 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Faster Time-to-Prod.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Adopt Unit and Integration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Agree / Align on folder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noProof="0" dirty="0"/>
          </a:p>
        </p:txBody>
      </p:sp>
      <p:pic>
        <p:nvPicPr>
          <p:cNvPr id="4100" name="Picture 4" descr="Two-Step Verification - Information Technology Services">
            <a:extLst>
              <a:ext uri="{FF2B5EF4-FFF2-40B4-BE49-F238E27FC236}">
                <a16:creationId xmlns:a16="http://schemas.microsoft.com/office/drawing/2014/main" id="{19D566F8-ADE5-5539-392D-6E2237B91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145" y="3162603"/>
            <a:ext cx="652272" cy="65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Developer - Free user icons">
            <a:extLst>
              <a:ext uri="{FF2B5EF4-FFF2-40B4-BE49-F238E27FC236}">
                <a16:creationId xmlns:a16="http://schemas.microsoft.com/office/drawing/2014/main" id="{D1FDEF51-6EFB-BF23-3EB1-FE12ABE9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130" y="1184694"/>
            <a:ext cx="579120" cy="57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4,900+ Top Tips Icon Stock Illustrations, Royalty-Free Vector Graphics &amp;  Clip Art - iStock">
            <a:extLst>
              <a:ext uri="{FF2B5EF4-FFF2-40B4-BE49-F238E27FC236}">
                <a16:creationId xmlns:a16="http://schemas.microsoft.com/office/drawing/2014/main" id="{32F9CC5D-657F-E434-0E7B-ABC93B521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041" y="4634803"/>
            <a:ext cx="614262" cy="42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7D5EDA38-7EC6-BAC7-10F0-0FCAC49F62A6}"/>
              </a:ext>
            </a:extLst>
          </p:cNvPr>
          <p:cNvSpPr txBox="1">
            <a:spLocks/>
          </p:cNvSpPr>
          <p:nvPr/>
        </p:nvSpPr>
        <p:spPr>
          <a:xfrm>
            <a:off x="6048376" y="136525"/>
            <a:ext cx="5248502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DABS Development environment</a:t>
            </a:r>
          </a:p>
        </p:txBody>
      </p:sp>
      <p:pic>
        <p:nvPicPr>
          <p:cNvPr id="5" name="Afbeelding 4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EE6795E3-7718-0082-4A59-BE4B92D7A1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4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0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BA05E-9930-439E-C561-2D2DEFA2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7933A1C-FA53-20AD-670F-C9DD7B44D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76F6B2-BC88-3027-E544-F071B3338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321494-90D7-3134-4352-21A8C82B5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994C207-975F-D7F4-921D-AFDFF447B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E876D2F-4B92-F475-91BC-B2E561524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73A4FF7-BF2D-5FAC-7A1D-FE48EC33F6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251181-9D35-53BD-3BAC-471A030EA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88B503-946E-D0EC-2173-ADBF3F66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CBF30A-77B9-0E90-D50D-4C7CD3CBB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06A8B94-3AB7-4FD9-4B6D-4CF479CDE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B44FD90-FFAE-490A-9592-1C1AC21F0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0458CD-5FBA-4769-9D15-BC2323552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0905C01-AFE1-219F-DF14-166B07EC1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D7419C90-32E4-5A17-62D6-3FEA9BBB1B72}"/>
              </a:ext>
            </a:extLst>
          </p:cNvPr>
          <p:cNvSpPr txBox="1">
            <a:spLocks/>
          </p:cNvSpPr>
          <p:nvPr/>
        </p:nvSpPr>
        <p:spPr>
          <a:xfrm>
            <a:off x="9539906" y="211984"/>
            <a:ext cx="1690495" cy="5978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Tools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2E2C7600-CFA9-831F-B334-DB3391169F7B}"/>
              </a:ext>
            </a:extLst>
          </p:cNvPr>
          <p:cNvSpPr/>
          <p:nvPr/>
        </p:nvSpPr>
        <p:spPr>
          <a:xfrm>
            <a:off x="649224" y="2097983"/>
            <a:ext cx="1106423" cy="536506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8E6B2F44-759B-0323-58E1-78C2580638B6}"/>
              </a:ext>
            </a:extLst>
          </p:cNvPr>
          <p:cNvSpPr txBox="1"/>
          <p:nvPr/>
        </p:nvSpPr>
        <p:spPr>
          <a:xfrm>
            <a:off x="4196434" y="1125229"/>
            <a:ext cx="236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VS Code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686F8FE1-2146-33CD-2345-C51D54686288}"/>
              </a:ext>
            </a:extLst>
          </p:cNvPr>
          <p:cNvSpPr txBox="1"/>
          <p:nvPr/>
        </p:nvSpPr>
        <p:spPr>
          <a:xfrm>
            <a:off x="4826795" y="1545552"/>
            <a:ext cx="367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Databricks Extension</a:t>
            </a:r>
          </a:p>
          <a:p>
            <a:r>
              <a:rPr lang="en-NL" noProof="0" dirty="0"/>
              <a:t>	Includes: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14A5039E-E6E0-DFDB-3E46-80A75BC9EAB7}"/>
              </a:ext>
            </a:extLst>
          </p:cNvPr>
          <p:cNvSpPr txBox="1"/>
          <p:nvPr/>
        </p:nvSpPr>
        <p:spPr>
          <a:xfrm>
            <a:off x="3772376" y="4000148"/>
            <a:ext cx="2174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Databricks CLI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CEF92937-E8D1-778B-A0A2-9BA9DE2E3BA9}"/>
              </a:ext>
            </a:extLst>
          </p:cNvPr>
          <p:cNvSpPr txBox="1"/>
          <p:nvPr/>
        </p:nvSpPr>
        <p:spPr>
          <a:xfrm>
            <a:off x="6119275" y="2242874"/>
            <a:ext cx="23686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Databricks Connect</a:t>
            </a:r>
          </a:p>
          <a:p>
            <a:r>
              <a:rPr lang="en-NL" noProof="0" dirty="0"/>
              <a:t>	For Python</a:t>
            </a:r>
          </a:p>
          <a:p>
            <a:r>
              <a:rPr lang="en-NL" noProof="0" dirty="0"/>
              <a:t>	For R</a:t>
            </a:r>
          </a:p>
          <a:p>
            <a:r>
              <a:rPr lang="en-NL" noProof="0" dirty="0"/>
              <a:t>	For Scala</a:t>
            </a:r>
          </a:p>
          <a:p>
            <a:r>
              <a:rPr lang="en-NL" noProof="0" dirty="0"/>
              <a:t>	</a:t>
            </a:r>
          </a:p>
        </p:txBody>
      </p:sp>
      <p:pic>
        <p:nvPicPr>
          <p:cNvPr id="3074" name="Picture 2" descr="terminal cli fill&quot; Icon - Download for free – Iconduck">
            <a:extLst>
              <a:ext uri="{FF2B5EF4-FFF2-40B4-BE49-F238E27FC236}">
                <a16:creationId xmlns:a16="http://schemas.microsoft.com/office/drawing/2014/main" id="{E338DB26-D950-092D-23CA-D55ACB64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579" y="3846859"/>
            <a:ext cx="737018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Visual Studio Code - Wikipedia">
            <a:extLst>
              <a:ext uri="{FF2B5EF4-FFF2-40B4-BE49-F238E27FC236}">
                <a16:creationId xmlns:a16="http://schemas.microsoft.com/office/drawing/2014/main" id="{C1226286-49CD-ADC6-C196-4E146FC36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181" y="1146966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9425E4EF-FF6C-29E9-EEB2-8DD91A9BCC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27F03C20-2979-43CB-8333-1DD9A950147E}"/>
              </a:ext>
            </a:extLst>
          </p:cNvPr>
          <p:cNvSpPr txBox="1"/>
          <p:nvPr/>
        </p:nvSpPr>
        <p:spPr>
          <a:xfrm>
            <a:off x="5784740" y="5226729"/>
            <a:ext cx="236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noProof="0" dirty="0"/>
              <a:t>Python compiler</a:t>
            </a:r>
          </a:p>
        </p:txBody>
      </p:sp>
      <p:pic>
        <p:nvPicPr>
          <p:cNvPr id="14" name="Picture 2" descr="Python Logo, symbol, meaning, history, PNG, brand">
            <a:extLst>
              <a:ext uri="{FF2B5EF4-FFF2-40B4-BE49-F238E27FC236}">
                <a16:creationId xmlns:a16="http://schemas.microsoft.com/office/drawing/2014/main" id="{59009545-565B-7F1B-D568-8D216F4E2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734" y="5170494"/>
            <a:ext cx="145062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conExperience » G-Collection » Tools Icon">
            <a:extLst>
              <a:ext uri="{FF2B5EF4-FFF2-40B4-BE49-F238E27FC236}">
                <a16:creationId xmlns:a16="http://schemas.microsoft.com/office/drawing/2014/main" id="{981874E1-198D-C040-4C5F-DA72A826E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688" y="82550"/>
            <a:ext cx="743062" cy="74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4,900+ Top Tips Icon Stock Illustrations, Royalty-Free Vector Graphics &amp;  Clip Art - iStock">
            <a:extLst>
              <a:ext uri="{FF2B5EF4-FFF2-40B4-BE49-F238E27FC236}">
                <a16:creationId xmlns:a16="http://schemas.microsoft.com/office/drawing/2014/main" id="{88E3C919-C5DB-315A-0875-33A596DBA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782" y="1904271"/>
            <a:ext cx="1202312" cy="827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kstvak 26">
            <a:extLst>
              <a:ext uri="{FF2B5EF4-FFF2-40B4-BE49-F238E27FC236}">
                <a16:creationId xmlns:a16="http://schemas.microsoft.com/office/drawing/2014/main" id="{200C0D1F-3B3E-807D-E717-3D224916D791}"/>
              </a:ext>
            </a:extLst>
          </p:cNvPr>
          <p:cNvSpPr txBox="1"/>
          <p:nvPr/>
        </p:nvSpPr>
        <p:spPr>
          <a:xfrm>
            <a:off x="9308629" y="2767372"/>
            <a:ext cx="23686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Remember !</a:t>
            </a:r>
          </a:p>
          <a:p>
            <a:r>
              <a:rPr lang="en-NL" sz="1600" noProof="0" dirty="0"/>
              <a:t>Align with the DABS development </a:t>
            </a:r>
            <a:r>
              <a:rPr lang="en-NL" sz="1600" noProof="0" dirty="0">
                <a:ea typeface="ADLaM Display" panose="02010000000000000000" pitchFamily="2" charset="0"/>
                <a:cs typeface="ADLaM Display" panose="02010000000000000000" pitchFamily="2" charset="0"/>
              </a:rPr>
              <a:t>team</a:t>
            </a:r>
            <a:r>
              <a:rPr lang="en-NL" sz="1600" noProof="0" dirty="0"/>
              <a:t> on the versions to be used.</a:t>
            </a:r>
          </a:p>
        </p:txBody>
      </p: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3F971F5A-9A6E-6967-D389-C81E43E39082}"/>
              </a:ext>
            </a:extLst>
          </p:cNvPr>
          <p:cNvCxnSpPr>
            <a:stCxn id="27" idx="1"/>
            <a:endCxn id="30" idx="3"/>
          </p:cNvCxnSpPr>
          <p:nvPr/>
        </p:nvCxnSpPr>
        <p:spPr>
          <a:xfrm flipH="1" flipV="1">
            <a:off x="8487935" y="2981538"/>
            <a:ext cx="820694" cy="3398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A1DAED86-AC40-93C0-A40F-8CB7BF69C5C7}"/>
              </a:ext>
            </a:extLst>
          </p:cNvPr>
          <p:cNvCxnSpPr>
            <a:cxnSpLocks/>
            <a:stCxn id="27" idx="1"/>
            <a:endCxn id="3074" idx="3"/>
          </p:cNvCxnSpPr>
          <p:nvPr/>
        </p:nvCxnSpPr>
        <p:spPr>
          <a:xfrm flipH="1">
            <a:off x="6788597" y="3321370"/>
            <a:ext cx="2520032" cy="84865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297E9484-7A3B-6129-A616-AEACF9B1F0FB}"/>
              </a:ext>
            </a:extLst>
          </p:cNvPr>
          <p:cNvCxnSpPr>
            <a:cxnSpLocks/>
            <a:stCxn id="27" idx="1"/>
            <a:endCxn id="12" idx="3"/>
          </p:cNvCxnSpPr>
          <p:nvPr/>
        </p:nvCxnSpPr>
        <p:spPr>
          <a:xfrm flipH="1">
            <a:off x="8153400" y="3321370"/>
            <a:ext cx="1155229" cy="20900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33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  <p:bldP spid="30" grpId="0"/>
      <p:bldP spid="12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12596-4C56-003B-7901-3D370AD7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9D24C95-00A9-4C07-7E5E-37311C8E9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C77B87-82A5-911B-64D8-216B199C2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BF9E1B-AB33-FD2D-5BE7-9346D19AD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4DC9F5-3A6B-8951-8E58-30BC85408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E6136F-B460-CFFC-0E33-A247EBA6E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90AC658-62A5-BEBF-C148-A5C27E45A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A8C9BD4-FC3B-0587-0885-CF6F2A08F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99DB6A7-3278-5AEA-7012-C03124EA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09173D-8125-B3DB-E7E3-C3EF7F68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F0684EC-B417-4830-7D29-3CF9E89E8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EF43F2-6DD8-A17A-A6FF-97C01EC06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0953F76-BA87-013E-DE2D-622122E02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6BF1FAB-C875-038E-1470-A8DA9EC9D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B01A7F78-F2AB-7E40-9774-D320156ACD7E}"/>
              </a:ext>
            </a:extLst>
          </p:cNvPr>
          <p:cNvSpPr txBox="1">
            <a:spLocks/>
          </p:cNvSpPr>
          <p:nvPr/>
        </p:nvSpPr>
        <p:spPr>
          <a:xfrm>
            <a:off x="6806279" y="195128"/>
            <a:ext cx="4079242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Databricks Workspaces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705ACE2F-44C0-7F89-9465-BF6EFEAA69F2}"/>
              </a:ext>
            </a:extLst>
          </p:cNvPr>
          <p:cNvSpPr/>
          <p:nvPr/>
        </p:nvSpPr>
        <p:spPr>
          <a:xfrm>
            <a:off x="630937" y="2622731"/>
            <a:ext cx="941831" cy="331797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DD219BB0-39E6-6118-C666-E3246B009EA6}"/>
              </a:ext>
            </a:extLst>
          </p:cNvPr>
          <p:cNvSpPr txBox="1"/>
          <p:nvPr/>
        </p:nvSpPr>
        <p:spPr>
          <a:xfrm>
            <a:off x="1371450" y="3835064"/>
            <a:ext cx="141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Access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820C45BD-1362-33CE-8C1A-BC2153A62DB9}"/>
              </a:ext>
            </a:extLst>
          </p:cNvPr>
          <p:cNvSpPr txBox="1"/>
          <p:nvPr/>
        </p:nvSpPr>
        <p:spPr>
          <a:xfrm>
            <a:off x="6674772" y="3106813"/>
            <a:ext cx="277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Project(s) Folder location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16ADBFC-068A-C846-BC4B-8506069B8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243" y="93479"/>
            <a:ext cx="1465217" cy="76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ree Folder SVG, PNG Icon, Symbol. Download Image.">
            <a:extLst>
              <a:ext uri="{FF2B5EF4-FFF2-40B4-BE49-F238E27FC236}">
                <a16:creationId xmlns:a16="http://schemas.microsoft.com/office/drawing/2014/main" id="{72E44C03-1441-73ED-2C6E-7BFEB9B8D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564" y="2918869"/>
            <a:ext cx="675724" cy="67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CAAD4217-990E-90BF-9025-13EEC0CCA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74D16EE2-A85C-07C1-047B-0F911A6CB623}"/>
              </a:ext>
            </a:extLst>
          </p:cNvPr>
          <p:cNvSpPr txBox="1"/>
          <p:nvPr/>
        </p:nvSpPr>
        <p:spPr>
          <a:xfrm>
            <a:off x="1597052" y="4250487"/>
            <a:ext cx="4114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Use Unity Catalog Lakehouse Federation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Use Entra Security Groups attached to DB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Link Permissions to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Enable ACL (Access Control List) feature.</a:t>
            </a:r>
          </a:p>
          <a:p>
            <a:pPr lvl="1"/>
            <a:r>
              <a:rPr lang="en-NL" sz="1600" noProof="0" dirty="0"/>
              <a:t>Such as Clusters, Tables, Volumes, etc.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9FE0244-562D-E53E-F985-EC0B9E7A7D27}"/>
              </a:ext>
            </a:extLst>
          </p:cNvPr>
          <p:cNvSpPr txBox="1"/>
          <p:nvPr/>
        </p:nvSpPr>
        <p:spPr>
          <a:xfrm>
            <a:off x="6939779" y="3676125"/>
            <a:ext cx="4546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For DEV use </a:t>
            </a:r>
          </a:p>
          <a:p>
            <a:r>
              <a:rPr lang="en-NL" sz="1600" noProof="0" dirty="0"/>
              <a:t>        /Workspace/{user}/.bundle/ {bundle name}        	in a Git folder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C566BA0-9B83-5C3F-B83B-F710CEB5A24D}"/>
              </a:ext>
            </a:extLst>
          </p:cNvPr>
          <p:cNvSpPr txBox="1"/>
          <p:nvPr/>
        </p:nvSpPr>
        <p:spPr>
          <a:xfrm>
            <a:off x="6908635" y="5233327"/>
            <a:ext cx="4295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For TST, ACC &amp; PRD use /Workspace/projects/{bundle name}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2961DC82-DDB9-00D2-05B9-634425F8B2DF}"/>
              </a:ext>
            </a:extLst>
          </p:cNvPr>
          <p:cNvSpPr txBox="1"/>
          <p:nvPr/>
        </p:nvSpPr>
        <p:spPr>
          <a:xfrm>
            <a:off x="6864167" y="4578130"/>
            <a:ext cx="4295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In case of Shared resource use /Workspace/Shared/{bundle name}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D586B9CA-3AE2-E80E-FD34-522E4DC7A105}"/>
              </a:ext>
            </a:extLst>
          </p:cNvPr>
          <p:cNvSpPr txBox="1"/>
          <p:nvPr/>
        </p:nvSpPr>
        <p:spPr>
          <a:xfrm>
            <a:off x="3820753" y="1106140"/>
            <a:ext cx="2633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Workspaces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DF369995-BBC2-8C9A-5A8B-82543975DE25}"/>
              </a:ext>
            </a:extLst>
          </p:cNvPr>
          <p:cNvSpPr txBox="1"/>
          <p:nvPr/>
        </p:nvSpPr>
        <p:spPr>
          <a:xfrm>
            <a:off x="4099577" y="1449441"/>
            <a:ext cx="5413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Premium pricing tier (+ Role Based Access Control)</a:t>
            </a:r>
          </a:p>
          <a:p>
            <a:r>
              <a:rPr lang="en-NL" sz="1600" noProof="0" dirty="0"/>
              <a:t>       at least for ACC and PRD.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noProof="0" dirty="0"/>
              <a:t>Link DEV to Git Provider</a:t>
            </a:r>
          </a:p>
        </p:txBody>
      </p:sp>
      <p:pic>
        <p:nvPicPr>
          <p:cNvPr id="5124" name="Picture 4" descr="Access, Door, doorway, real estate, Exit Door, Furniture And Household icon">
            <a:extLst>
              <a:ext uri="{FF2B5EF4-FFF2-40B4-BE49-F238E27FC236}">
                <a16:creationId xmlns:a16="http://schemas.microsoft.com/office/drawing/2014/main" id="{7179057C-6C84-8AD7-7C24-671983CED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1" y="374160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Afbeelding 30" descr="Afbeelding met patroon, lijn, Kleurrijkheid, Symmetrie&#10;&#10;Door AI gegenereerde inhoud is mogelijk onjuist.">
            <a:extLst>
              <a:ext uri="{FF2B5EF4-FFF2-40B4-BE49-F238E27FC236}">
                <a16:creationId xmlns:a16="http://schemas.microsoft.com/office/drawing/2014/main" id="{1C1F4E46-6A5D-AA0E-C035-A7F3026779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416" y="1096615"/>
            <a:ext cx="471125" cy="50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0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5" grpId="0"/>
      <p:bldP spid="9" grpId="0"/>
      <p:bldP spid="12" grpId="0"/>
      <p:bldP spid="14" grpId="0"/>
      <p:bldP spid="20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5BEA8-5E06-C70D-074C-CC83E341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FEB9EF1-5B69-F1A4-AE0C-7348F96C8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095B85-78AE-5EC9-CD80-102453A1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731522-AD4D-8CA8-0DFC-457A13961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02FAF88-B1E1-611F-D15C-A88288C42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C1E994-A106-9F99-22F9-396E7A0F2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F64B68-5E3C-6476-0FAD-E9BE3AFE9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0398717-E497-8B04-0A98-DA7F9DA22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236C7F-F945-E868-4CC3-69D31587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01A58D-5E47-61FD-03A8-C49D1DD8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C7AA02-3E66-5775-5D1E-6E9AF3CB9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E7587-CC5A-BD2E-0CFB-06C73BEBF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CEF461-FCC9-CC65-261C-400012403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26781AB-7B9F-03F2-7F2C-9E3544213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919ED421-D897-7AAB-B486-6EA42C45099D}"/>
              </a:ext>
            </a:extLst>
          </p:cNvPr>
          <p:cNvSpPr txBox="1">
            <a:spLocks/>
          </p:cNvSpPr>
          <p:nvPr/>
        </p:nvSpPr>
        <p:spPr>
          <a:xfrm>
            <a:off x="6806279" y="195128"/>
            <a:ext cx="4079242" cy="565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noProof="0" dirty="0">
                <a:solidFill>
                  <a:schemeClr val="tx2"/>
                </a:solidFill>
              </a:rPr>
              <a:t>Databricks Workspaces</a:t>
            </a:r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56AB6D81-1DBE-A227-D434-63917E4A5387}"/>
              </a:ext>
            </a:extLst>
          </p:cNvPr>
          <p:cNvSpPr/>
          <p:nvPr/>
        </p:nvSpPr>
        <p:spPr>
          <a:xfrm>
            <a:off x="630937" y="2622731"/>
            <a:ext cx="941831" cy="331797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0F2E85A-B913-30BF-CF9B-1BBC9C981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243" y="93479"/>
            <a:ext cx="1465217" cy="76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schermopname, tekst, tekenfilm, ontwerp&#10;&#10;Door AI gegenereerde inhoud is mogelijk onjuist.">
            <a:extLst>
              <a:ext uri="{FF2B5EF4-FFF2-40B4-BE49-F238E27FC236}">
                <a16:creationId xmlns:a16="http://schemas.microsoft.com/office/drawing/2014/main" id="{942F084D-50CA-3F62-DC5C-0E3203349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9" y="127000"/>
            <a:ext cx="1680693" cy="3094185"/>
          </a:xfrm>
          <a:prstGeom prst="rect">
            <a:avLst/>
          </a:prstGeom>
        </p:spPr>
      </p:pic>
      <p:pic>
        <p:nvPicPr>
          <p:cNvPr id="3074" name="Picture 2" descr="4,900+ Top Tips Icon Stock Illustrations, Royalty-Free Vector Graphics &amp;  Clip Art - iStock">
            <a:extLst>
              <a:ext uri="{FF2B5EF4-FFF2-40B4-BE49-F238E27FC236}">
                <a16:creationId xmlns:a16="http://schemas.microsoft.com/office/drawing/2014/main" id="{5350FF2E-FA3B-6967-4475-1C34C8A3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745" y="1618461"/>
            <a:ext cx="1121428" cy="77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B2D837FD-1729-3B4B-D155-53ED2205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717" y="2351927"/>
            <a:ext cx="4305669" cy="12128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NL" sz="360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Approach to secure your TF State file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886E3C44-B8E9-7C4D-D8EA-005894246BA6}"/>
              </a:ext>
            </a:extLst>
          </p:cNvPr>
          <p:cNvSpPr txBox="1"/>
          <p:nvPr/>
        </p:nvSpPr>
        <p:spPr>
          <a:xfrm>
            <a:off x="8279041" y="3766777"/>
            <a:ext cx="29559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Keep your CISO happy</a:t>
            </a:r>
          </a:p>
          <a:p>
            <a:r>
              <a:rPr lang="en-NL" sz="1600" noProof="0" dirty="0"/>
              <a:t>Isolate folder for your TF State file.</a:t>
            </a:r>
          </a:p>
        </p:txBody>
      </p:sp>
      <p:pic>
        <p:nvPicPr>
          <p:cNvPr id="29" name="Afbeelding 28" descr="Afbeelding met schermopname, tekst, Mobiele telefoon, multimedia">
            <a:extLst>
              <a:ext uri="{FF2B5EF4-FFF2-40B4-BE49-F238E27FC236}">
                <a16:creationId xmlns:a16="http://schemas.microsoft.com/office/drawing/2014/main" id="{1D8D140E-35EF-98BB-68A3-82115DADB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922" y="1252786"/>
            <a:ext cx="4357297" cy="487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8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ECFBD-737E-4A9E-D41E-AE94B0BB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EE6FDA-F26C-41EC-C6A7-7653E98A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8C129B-D666-1B22-1C34-4758E2747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00FDC8-87A8-2AB6-A383-2C259673B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BDDF4A1-CD36-5BCB-E3AD-0A77C26C5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25CD6AB-48AF-47C5-6BE1-EA2AAF449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23E369-4097-485A-C6F2-EDAE4F5DA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330EF86-B7F5-023E-86A9-039786E24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BF2834-235C-BBFE-5701-883E9BE4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473" y="644297"/>
            <a:ext cx="5754696" cy="975751"/>
          </a:xfrm>
        </p:spPr>
        <p:txBody>
          <a:bodyPr>
            <a:normAutofit/>
          </a:bodyPr>
          <a:lstStyle/>
          <a:p>
            <a:pPr algn="ctr"/>
            <a:r>
              <a:rPr lang="en-NL" sz="4800" noProof="0" dirty="0">
                <a:solidFill>
                  <a:schemeClr val="tx2"/>
                </a:solidFill>
              </a:rPr>
              <a:t>Show time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3971CE-F48D-64E8-EB04-B393FB9F5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967" y="1548855"/>
            <a:ext cx="2850658" cy="47079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NL" sz="2000" noProof="0" dirty="0">
                <a:solidFill>
                  <a:schemeClr val="tx2"/>
                </a:solidFill>
              </a:rPr>
              <a:t>Let us all walk together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468319F-8564-43B9-D64E-FC9B3308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NL" noProof="0" dirty="0"/>
              <a:t>Free your Data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27F70-A3D9-C5DA-F71E-A33CD9B4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EC7997-8A8A-4812-CD05-021CCC794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1CA310-CB68-9327-F28B-4293AD4E4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8698F2-4D92-4EDD-EE01-9EA6A0577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67F3D21-8E4C-A826-1B9C-D71A5C0BB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pic>
        <p:nvPicPr>
          <p:cNvPr id="7" name="Afbeelding 6" descr="Afbeelding met boom, mensen, buitenshuis, kleding&#10;&#10;Door AI gegenereerde inhoud is mogelijk onjuist.">
            <a:extLst>
              <a:ext uri="{FF2B5EF4-FFF2-40B4-BE49-F238E27FC236}">
                <a16:creationId xmlns:a16="http://schemas.microsoft.com/office/drawing/2014/main" id="{82FD0686-9319-0BA5-D0EA-1A1567BB9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33" y="2146751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60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B1019-7C85-79C6-9C25-A47DD0F6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33">
            <a:extLst>
              <a:ext uri="{FF2B5EF4-FFF2-40B4-BE49-F238E27FC236}">
                <a16:creationId xmlns:a16="http://schemas.microsoft.com/office/drawing/2014/main" id="{BAFE17C9-1EF1-F4E1-5B2A-53DBA2761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52" name="Rectangle 35">
            <a:extLst>
              <a:ext uri="{FF2B5EF4-FFF2-40B4-BE49-F238E27FC236}">
                <a16:creationId xmlns:a16="http://schemas.microsoft.com/office/drawing/2014/main" id="{EB9AB6CB-BC85-7991-DFBB-E473F6B3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53" name="Rectangle 37">
            <a:extLst>
              <a:ext uri="{FF2B5EF4-FFF2-40B4-BE49-F238E27FC236}">
                <a16:creationId xmlns:a16="http://schemas.microsoft.com/office/drawing/2014/main" id="{0BA4E84D-529B-CAC9-B012-7D6C7BCA8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grpSp>
        <p:nvGrpSpPr>
          <p:cNvPr id="54" name="Group 39">
            <a:extLst>
              <a:ext uri="{FF2B5EF4-FFF2-40B4-BE49-F238E27FC236}">
                <a16:creationId xmlns:a16="http://schemas.microsoft.com/office/drawing/2014/main" id="{E9CEEE1D-4644-6E6A-DF49-69CAC12D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55" name="Freeform: Shape 40">
              <a:extLst>
                <a:ext uri="{FF2B5EF4-FFF2-40B4-BE49-F238E27FC236}">
                  <a16:creationId xmlns:a16="http://schemas.microsoft.com/office/drawing/2014/main" id="{A0B3E9B6-0BF3-D1D1-F0C5-995F3AB9C8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6" name="Freeform: Shape 41">
              <a:extLst>
                <a:ext uri="{FF2B5EF4-FFF2-40B4-BE49-F238E27FC236}">
                  <a16:creationId xmlns:a16="http://schemas.microsoft.com/office/drawing/2014/main" id="{C7532A93-4659-982B-B40E-6F7F73082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7" name="Freeform: Shape 42">
              <a:extLst>
                <a:ext uri="{FF2B5EF4-FFF2-40B4-BE49-F238E27FC236}">
                  <a16:creationId xmlns:a16="http://schemas.microsoft.com/office/drawing/2014/main" id="{A64A6DD1-051E-B499-59A7-9D980692C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58" name="Freeform: Shape 43">
              <a:extLst>
                <a:ext uri="{FF2B5EF4-FFF2-40B4-BE49-F238E27FC236}">
                  <a16:creationId xmlns:a16="http://schemas.microsoft.com/office/drawing/2014/main" id="{D5268BD7-0B57-D9D7-245D-C07C6EA8C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38CE10-3492-2F00-0D07-EB2487257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E8A0239-DC1F-B723-AA9D-CA951977C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3173D3-F380-46FE-B098-2940328E7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4709EDA-7E5A-0C75-6F99-21E82A3CC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sz="800" noProof="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AFA2A05-66FE-F271-26D0-90B8ED17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4561169-E56D-8E95-D5F2-0A89BCFB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8B388FE-EEAB-1753-C74C-1EFC649F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60" y="2766218"/>
            <a:ext cx="4373880" cy="1325563"/>
          </a:xfrm>
        </p:spPr>
        <p:txBody>
          <a:bodyPr anchor="t">
            <a:normAutofit/>
          </a:bodyPr>
          <a:lstStyle/>
          <a:p>
            <a:r>
              <a:rPr lang="en-NL" sz="8000" noProof="0" dirty="0"/>
              <a:t>Wrap up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3349F2F-2636-FE63-C515-AEF6DA8B904C}"/>
              </a:ext>
            </a:extLst>
          </p:cNvPr>
          <p:cNvSpPr txBox="1"/>
          <p:nvPr/>
        </p:nvSpPr>
        <p:spPr>
          <a:xfrm>
            <a:off x="4052168" y="3814266"/>
            <a:ext cx="404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Hope no blisters from walking</a:t>
            </a:r>
          </a:p>
        </p:txBody>
      </p:sp>
    </p:spTree>
    <p:extLst>
      <p:ext uri="{BB962C8B-B14F-4D97-AF65-F5344CB8AC3E}">
        <p14:creationId xmlns:p14="http://schemas.microsoft.com/office/powerpoint/2010/main" val="33341783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55BFEAF-A47C-EEE8-5372-D7593E49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588" y="191066"/>
            <a:ext cx="3150863" cy="739598"/>
          </a:xfrm>
        </p:spPr>
        <p:txBody>
          <a:bodyPr anchor="b">
            <a:normAutofit/>
          </a:bodyPr>
          <a:lstStyle/>
          <a:p>
            <a:r>
              <a:rPr lang="en-NL" sz="3600" noProof="0" dirty="0">
                <a:solidFill>
                  <a:schemeClr val="tx2"/>
                </a:solidFill>
              </a:rPr>
              <a:t>Wrap up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07D70B-C388-1159-6109-A84C74CA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10" y="1320574"/>
            <a:ext cx="8927066" cy="7362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DABS covers deployment of most if not all of your current or future resources.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35F96C2-96F0-292D-44E8-BDEFF82F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4AC19000-5801-99DB-D393-0441D9D9ADF6}"/>
              </a:ext>
            </a:extLst>
          </p:cNvPr>
          <p:cNvSpPr txBox="1">
            <a:spLocks/>
          </p:cNvSpPr>
          <p:nvPr/>
        </p:nvSpPr>
        <p:spPr>
          <a:xfrm>
            <a:off x="3935524" y="2189252"/>
            <a:ext cx="6725664" cy="736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Understand what's involved by comparing your landscape with DABS features.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5005DAC5-BA44-2A23-2FA7-7D97D83B97BB}"/>
              </a:ext>
            </a:extLst>
          </p:cNvPr>
          <p:cNvSpPr txBox="1">
            <a:spLocks/>
          </p:cNvSpPr>
          <p:nvPr/>
        </p:nvSpPr>
        <p:spPr>
          <a:xfrm>
            <a:off x="525598" y="2972263"/>
            <a:ext cx="7381701" cy="736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 first on highlighting the gaps.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B52BB67A-257B-9DEF-1548-BF100F12BB15}"/>
              </a:ext>
            </a:extLst>
          </p:cNvPr>
          <p:cNvSpPr txBox="1">
            <a:spLocks/>
          </p:cNvSpPr>
          <p:nvPr/>
        </p:nvSpPr>
        <p:spPr>
          <a:xfrm>
            <a:off x="4038599" y="3821785"/>
            <a:ext cx="6622589" cy="736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Ensure the team mindset, skill sets and environments are aligned with your DABS strategy.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705A8431-3AC9-FAA4-86E8-606912D15C6B}"/>
              </a:ext>
            </a:extLst>
          </p:cNvPr>
          <p:cNvSpPr txBox="1">
            <a:spLocks/>
          </p:cNvSpPr>
          <p:nvPr/>
        </p:nvSpPr>
        <p:spPr>
          <a:xfrm>
            <a:off x="525599" y="4664306"/>
            <a:ext cx="6103801" cy="736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Recognize what are really your projects.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68BA6785-C4AB-ACE9-35CD-B72EABA87FF4}"/>
              </a:ext>
            </a:extLst>
          </p:cNvPr>
          <p:cNvSpPr txBox="1">
            <a:spLocks/>
          </p:cNvSpPr>
          <p:nvPr/>
        </p:nvSpPr>
        <p:spPr>
          <a:xfrm>
            <a:off x="4103300" y="5400578"/>
            <a:ext cx="6557888" cy="736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sz="1800" noProof="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Define a folder structure within your Workspace considering access, projects and dependencies.</a:t>
            </a:r>
          </a:p>
        </p:txBody>
      </p:sp>
    </p:spTree>
    <p:extLst>
      <p:ext uri="{BB962C8B-B14F-4D97-AF65-F5344CB8AC3E}">
        <p14:creationId xmlns:p14="http://schemas.microsoft.com/office/powerpoint/2010/main" val="384495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1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1827D6-456E-4528-D2A3-0FB11179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574" y="186424"/>
            <a:ext cx="4977976" cy="682945"/>
          </a:xfrm>
        </p:spPr>
        <p:txBody>
          <a:bodyPr>
            <a:normAutofit/>
          </a:bodyPr>
          <a:lstStyle/>
          <a:p>
            <a:r>
              <a:rPr lang="en-NL" sz="3600" noProof="0" dirty="0">
                <a:solidFill>
                  <a:schemeClr val="tx2"/>
                </a:solidFill>
              </a:rPr>
              <a:t>References</a:t>
            </a:r>
          </a:p>
        </p:txBody>
      </p:sp>
      <p:pic>
        <p:nvPicPr>
          <p:cNvPr id="20" name="Graphic 19" descr="POI">
            <a:extLst>
              <a:ext uri="{FF2B5EF4-FFF2-40B4-BE49-F238E27FC236}">
                <a16:creationId xmlns:a16="http://schemas.microsoft.com/office/drawing/2014/main" id="{04886D15-A0F6-B210-FE3B-4101EAB71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5419DC-4451-B274-6864-F594FD096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69370"/>
            <a:ext cx="4977578" cy="5191602"/>
          </a:xfrm>
        </p:spPr>
        <p:txBody>
          <a:bodyPr anchor="ctr">
            <a:normAutofit/>
          </a:bodyPr>
          <a:lstStyle/>
          <a:p>
            <a:r>
              <a:rPr lang="en-NL" sz="1700" noProof="0" dirty="0">
                <a:solidFill>
                  <a:schemeClr val="tx2"/>
                </a:solidFill>
              </a:rPr>
              <a:t>Databricks Asset Bundle</a:t>
            </a:r>
          </a:p>
          <a:p>
            <a:pPr lvl="1"/>
            <a:r>
              <a:rPr lang="en-NL" sz="1700" noProof="0" dirty="0">
                <a:solidFill>
                  <a:schemeClr val="tx2"/>
                </a:solidFill>
                <a:hlinkClick r:id="rId4"/>
              </a:rPr>
              <a:t>https://github.com/databricks/databricks-asset-bundles-dais2023</a:t>
            </a:r>
            <a:endParaRPr lang="en-NL" sz="1700" noProof="0" dirty="0">
              <a:solidFill>
                <a:schemeClr val="tx2"/>
              </a:solidFill>
            </a:endParaRPr>
          </a:p>
          <a:p>
            <a:pPr lvl="1"/>
            <a:r>
              <a:rPr lang="en-NL" sz="1700" noProof="0" dirty="0">
                <a:solidFill>
                  <a:schemeClr val="tx2"/>
                </a:solidFill>
                <a:hlinkClick r:id="rId5"/>
              </a:rPr>
              <a:t>https://learn.microsoft.com/en-us/azure/databricks/dev-tools/bundles/</a:t>
            </a:r>
            <a:endParaRPr lang="en-NL" sz="1700" noProof="0" dirty="0">
              <a:solidFill>
                <a:schemeClr val="tx2"/>
              </a:solidFill>
            </a:endParaRPr>
          </a:p>
          <a:p>
            <a:pPr lvl="1"/>
            <a:r>
              <a:rPr lang="en-NL" sz="1700" noProof="0" dirty="0">
                <a:solidFill>
                  <a:schemeClr val="tx2"/>
                </a:solidFill>
              </a:rPr>
              <a:t>https://learn.microsoft.com/en-us/azure/databricks/dev-tools/bundles/variables</a:t>
            </a:r>
          </a:p>
          <a:p>
            <a:r>
              <a:rPr lang="en-NL" sz="1700" noProof="0" dirty="0">
                <a:solidFill>
                  <a:schemeClr val="tx2"/>
                </a:solidFill>
              </a:rPr>
              <a:t>Databricks Connect</a:t>
            </a:r>
          </a:p>
          <a:p>
            <a:pPr lvl="1"/>
            <a:r>
              <a:rPr lang="en-NL" sz="1700" noProof="0" dirty="0">
                <a:solidFill>
                  <a:schemeClr val="tx2"/>
                </a:solidFill>
                <a:hlinkClick r:id="rId6"/>
              </a:rPr>
              <a:t>What is Databricks Connect? - Azure Databricks | Microsoft Learn</a:t>
            </a:r>
            <a:endParaRPr lang="en-NL" sz="1700" noProof="0" dirty="0">
              <a:solidFill>
                <a:schemeClr val="tx2"/>
              </a:solidFill>
            </a:endParaRPr>
          </a:p>
          <a:p>
            <a:pPr lvl="1"/>
            <a:r>
              <a:rPr lang="en-NL" sz="1700" noProof="0" dirty="0">
                <a:solidFill>
                  <a:schemeClr val="tx2"/>
                </a:solidFill>
                <a:hlinkClick r:id="rId7"/>
              </a:rPr>
              <a:t>https://docs.databricks.com/aws/en/dev-tools/databricks-connect/</a:t>
            </a:r>
            <a:endParaRPr lang="en-NL" sz="1700" noProof="0" dirty="0">
              <a:solidFill>
                <a:schemeClr val="tx2"/>
              </a:solidFill>
            </a:endParaRPr>
          </a:p>
          <a:p>
            <a:r>
              <a:rPr lang="en-NL" sz="1700" noProof="0" dirty="0">
                <a:solidFill>
                  <a:schemeClr val="tx2"/>
                </a:solidFill>
              </a:rPr>
              <a:t>Databricks GitHub</a:t>
            </a:r>
          </a:p>
          <a:p>
            <a:pPr lvl="1"/>
            <a:r>
              <a:rPr lang="en-NL" sz="1700" noProof="0" dirty="0">
                <a:solidFill>
                  <a:schemeClr val="tx2"/>
                </a:solidFill>
                <a:hlinkClick r:id="rId8"/>
              </a:rPr>
              <a:t>https://github.com/databricks</a:t>
            </a:r>
            <a:endParaRPr lang="en-NL" sz="1700" noProof="0" dirty="0">
              <a:solidFill>
                <a:schemeClr val="tx2"/>
              </a:solidFill>
            </a:endParaRPr>
          </a:p>
          <a:p>
            <a:pPr lvl="1"/>
            <a:endParaRPr lang="en-NL" sz="1700" noProof="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8D7C48A-C565-314F-2FC4-9A650A90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</p:spTree>
    <p:extLst>
      <p:ext uri="{BB962C8B-B14F-4D97-AF65-F5344CB8AC3E}">
        <p14:creationId xmlns:p14="http://schemas.microsoft.com/office/powerpoint/2010/main" val="2290119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AEDDB-AFF3-E086-DCB0-00DC3F67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28">
            <a:extLst>
              <a:ext uri="{FF2B5EF4-FFF2-40B4-BE49-F238E27FC236}">
                <a16:creationId xmlns:a16="http://schemas.microsoft.com/office/drawing/2014/main" id="{655DD8E9-C2D6-24D3-0EFF-796BBE216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8B9A8F4B-3BBB-1C44-B5F2-22B21C20D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60" name="Group 32">
            <a:extLst>
              <a:ext uri="{FF2B5EF4-FFF2-40B4-BE49-F238E27FC236}">
                <a16:creationId xmlns:a16="http://schemas.microsoft.com/office/drawing/2014/main" id="{8BB4CE2D-5D44-08B8-988E-E9AE6FA1C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36F58D1-112F-6382-EFED-4BFBA0128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4B29054-D765-822F-513A-8AD495E54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EA6172-1990-8122-2F3C-BFA406911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9A5581-0C83-2AB5-7C5B-2AFC52B22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66F87472-52D4-5115-DD30-E16EB557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NL" noProof="0" dirty="0"/>
              <a:t>Thank you!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B1E7A9-F002-1B97-4A39-279B9D19E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058" y="2080260"/>
            <a:ext cx="583883" cy="5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 icon - Free Download PNG &amp; SVG ...">
            <a:extLst>
              <a:ext uri="{FF2B5EF4-FFF2-40B4-BE49-F238E27FC236}">
                <a16:creationId xmlns:a16="http://schemas.microsoft.com/office/drawing/2014/main" id="{8A431D4B-E8B0-01D8-229E-9B0E17DB2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012" y="2975296"/>
            <a:ext cx="583883" cy="5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- Free social media icons">
            <a:extLst>
              <a:ext uri="{FF2B5EF4-FFF2-40B4-BE49-F238E27FC236}">
                <a16:creationId xmlns:a16="http://schemas.microsoft.com/office/drawing/2014/main" id="{F8E78D2E-1063-D015-51E4-12E33E4D1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058" y="3770787"/>
            <a:ext cx="583883" cy="5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EB0F7595-98FA-920A-D78A-F69E6B535CAA}"/>
              </a:ext>
            </a:extLst>
          </p:cNvPr>
          <p:cNvSpPr txBox="1"/>
          <p:nvPr/>
        </p:nvSpPr>
        <p:spPr>
          <a:xfrm>
            <a:off x="5685759" y="1266570"/>
            <a:ext cx="4296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4000" noProof="0" dirty="0"/>
              <a:t>Stay in contact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1D3737-6FF4-B8DE-023A-5A2E2DED6A1D}"/>
              </a:ext>
            </a:extLst>
          </p:cNvPr>
          <p:cNvSpPr txBox="1"/>
          <p:nvPr/>
        </p:nvSpPr>
        <p:spPr>
          <a:xfrm>
            <a:off x="6475090" y="2185570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linkedin.com/in/</a:t>
            </a:r>
            <a:r>
              <a:rPr lang="en-NL" noProof="0" dirty="0" err="1"/>
              <a:t>fabiangutierrezardts</a:t>
            </a:r>
            <a:r>
              <a:rPr lang="en-NL" noProof="0" dirty="0"/>
              <a:t>/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E414486-5934-CB1C-0548-76DD3942F43B}"/>
              </a:ext>
            </a:extLst>
          </p:cNvPr>
          <p:cNvSpPr txBox="1"/>
          <p:nvPr/>
        </p:nvSpPr>
        <p:spPr>
          <a:xfrm>
            <a:off x="6475090" y="3059668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@FreeYourDataCon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8C62ECD-28E8-08DF-C79D-BBD6750DEEA3}"/>
              </a:ext>
            </a:extLst>
          </p:cNvPr>
          <p:cNvSpPr txBox="1"/>
          <p:nvPr/>
        </p:nvSpPr>
        <p:spPr>
          <a:xfrm>
            <a:off x="6529232" y="3861715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github.com/</a:t>
            </a:r>
            <a:r>
              <a:rPr lang="en-NL" noProof="0" dirty="0" err="1"/>
              <a:t>FreeYourData</a:t>
            </a:r>
            <a:endParaRPr lang="en-NL" noProof="0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AF4F44A-1130-0BAF-944C-AA09B3D0B3E1}"/>
              </a:ext>
            </a:extLst>
          </p:cNvPr>
          <p:cNvSpPr txBox="1"/>
          <p:nvPr/>
        </p:nvSpPr>
        <p:spPr>
          <a:xfrm>
            <a:off x="6529232" y="4771627"/>
            <a:ext cx="3657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fabian.gutierrez@freeyourdata.nl</a:t>
            </a:r>
          </a:p>
        </p:txBody>
      </p:sp>
      <p:sp>
        <p:nvSpPr>
          <p:cNvPr id="19" name="Tijdelijke aanduiding voor voettekst 18">
            <a:extLst>
              <a:ext uri="{FF2B5EF4-FFF2-40B4-BE49-F238E27FC236}">
                <a16:creationId xmlns:a16="http://schemas.microsoft.com/office/drawing/2014/main" id="{75A76840-F6CE-C2C8-6C49-FF9B15A2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pic>
        <p:nvPicPr>
          <p:cNvPr id="1038" name="Picture 14" descr="Email - Free communications icons">
            <a:extLst>
              <a:ext uri="{FF2B5EF4-FFF2-40B4-BE49-F238E27FC236}">
                <a16:creationId xmlns:a16="http://schemas.microsoft.com/office/drawing/2014/main" id="{5E3126E5-1990-5E91-3AA7-08938D2ED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573" y="4579336"/>
            <a:ext cx="660947" cy="66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46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2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noProof="0" dirty="0"/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" noProof="0" dirty="0"/>
          </a:p>
        </p:txBody>
      </p:sp>
      <p:grpSp>
        <p:nvGrpSpPr>
          <p:cNvPr id="60" name="Group 3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7DF0CD4F-11C2-9D7A-042B-B657708B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" y="762484"/>
            <a:ext cx="5551237" cy="1482701"/>
          </a:xfrm>
        </p:spPr>
        <p:txBody>
          <a:bodyPr>
            <a:normAutofit fontScale="90000"/>
          </a:bodyPr>
          <a:lstStyle/>
          <a:p>
            <a:r>
              <a:rPr lang="nl-NL" noProof="0" dirty="0" err="1"/>
              <a:t>Please</a:t>
            </a:r>
            <a:r>
              <a:rPr lang="nl-NL" noProof="0" dirty="0"/>
              <a:t> </a:t>
            </a:r>
            <a:r>
              <a:rPr lang="nl-NL" noProof="0" dirty="0" err="1"/>
              <a:t>give</a:t>
            </a:r>
            <a:r>
              <a:rPr lang="nl-NL" noProof="0" dirty="0"/>
              <a:t> </a:t>
            </a:r>
            <a:r>
              <a:rPr lang="nl-NL" noProof="0" dirty="0" err="1"/>
              <a:t>your</a:t>
            </a:r>
            <a:r>
              <a:rPr lang="nl-NL" noProof="0" dirty="0"/>
              <a:t> f</a:t>
            </a:r>
            <a:r>
              <a:rPr lang="en-NL" noProof="0" dirty="0" err="1"/>
              <a:t>eedback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v</a:t>
            </a:r>
            <a:r>
              <a:rPr lang="nl-NL" noProof="0" dirty="0"/>
              <a:t>ia SQL Bits App</a:t>
            </a:r>
            <a:endParaRPr lang="en-NL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9A338F-0165-B009-5D13-FFF5E82E3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058" y="2080260"/>
            <a:ext cx="583883" cy="5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 icon - Free Download PNG &amp; SVG ...">
            <a:extLst>
              <a:ext uri="{FF2B5EF4-FFF2-40B4-BE49-F238E27FC236}">
                <a16:creationId xmlns:a16="http://schemas.microsoft.com/office/drawing/2014/main" id="{0F74E342-5052-768F-9AC0-CF275990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012" y="2975296"/>
            <a:ext cx="583883" cy="5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- Free social media icons">
            <a:extLst>
              <a:ext uri="{FF2B5EF4-FFF2-40B4-BE49-F238E27FC236}">
                <a16:creationId xmlns:a16="http://schemas.microsoft.com/office/drawing/2014/main" id="{231C3DCB-4ED8-F3BC-A318-C9201259D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058" y="3770787"/>
            <a:ext cx="583883" cy="5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1F30D20E-352F-87F6-6F2C-9BCA22F09264}"/>
              </a:ext>
            </a:extLst>
          </p:cNvPr>
          <p:cNvSpPr txBox="1"/>
          <p:nvPr/>
        </p:nvSpPr>
        <p:spPr>
          <a:xfrm>
            <a:off x="5685759" y="1266570"/>
            <a:ext cx="4296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4000" noProof="0" dirty="0"/>
              <a:t>Stay in contact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D80A4F3-7FEC-0D31-74FE-E36F309A4FD9}"/>
              </a:ext>
            </a:extLst>
          </p:cNvPr>
          <p:cNvSpPr txBox="1"/>
          <p:nvPr/>
        </p:nvSpPr>
        <p:spPr>
          <a:xfrm>
            <a:off x="6475090" y="2185570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linkedin.com/in/</a:t>
            </a:r>
            <a:r>
              <a:rPr lang="en-NL" noProof="0" dirty="0" err="1"/>
              <a:t>fabiangutierrezardts</a:t>
            </a:r>
            <a:r>
              <a:rPr lang="en-NL" noProof="0" dirty="0"/>
              <a:t>/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E92FEAE3-2C52-4FCC-2A68-8DD63A614ADF}"/>
              </a:ext>
            </a:extLst>
          </p:cNvPr>
          <p:cNvSpPr txBox="1"/>
          <p:nvPr/>
        </p:nvSpPr>
        <p:spPr>
          <a:xfrm>
            <a:off x="6475090" y="3059668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@FreeYourDataCon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B2FD7FB9-7E4E-727D-4392-9D392DB011B6}"/>
              </a:ext>
            </a:extLst>
          </p:cNvPr>
          <p:cNvSpPr txBox="1"/>
          <p:nvPr/>
        </p:nvSpPr>
        <p:spPr>
          <a:xfrm>
            <a:off x="6529232" y="3861715"/>
            <a:ext cx="5227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github.com/</a:t>
            </a:r>
            <a:r>
              <a:rPr lang="en-NL" noProof="0" dirty="0" err="1"/>
              <a:t>FreeYourData</a:t>
            </a:r>
            <a:endParaRPr lang="en-NL" noProof="0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512B5BF-4466-BA80-F5BC-2E85144D9612}"/>
              </a:ext>
            </a:extLst>
          </p:cNvPr>
          <p:cNvSpPr txBox="1"/>
          <p:nvPr/>
        </p:nvSpPr>
        <p:spPr>
          <a:xfrm>
            <a:off x="6529232" y="4771627"/>
            <a:ext cx="3657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noProof="0" dirty="0"/>
              <a:t>fabian.gutierrez@freeyourdata.nl</a:t>
            </a:r>
          </a:p>
        </p:txBody>
      </p:sp>
      <p:sp>
        <p:nvSpPr>
          <p:cNvPr id="19" name="Tijdelijke aanduiding voor voettekst 18">
            <a:extLst>
              <a:ext uri="{FF2B5EF4-FFF2-40B4-BE49-F238E27FC236}">
                <a16:creationId xmlns:a16="http://schemas.microsoft.com/office/drawing/2014/main" id="{E69FD9CB-3B71-CFE1-EE19-081E3508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L" noProof="0" dirty="0"/>
              <a:t>Free your Data</a:t>
            </a:r>
          </a:p>
        </p:txBody>
      </p:sp>
      <p:pic>
        <p:nvPicPr>
          <p:cNvPr id="1038" name="Picture 14" descr="Email - Free communications icons">
            <a:extLst>
              <a:ext uri="{FF2B5EF4-FFF2-40B4-BE49-F238E27FC236}">
                <a16:creationId xmlns:a16="http://schemas.microsoft.com/office/drawing/2014/main" id="{79B89EDB-64E7-84DE-07FF-9B1FDF4C5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573" y="4579336"/>
            <a:ext cx="660947" cy="66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 descr="Afbeelding met patroon, Graphics, pixel, ontwerp&#10;&#10;Door AI gegenereerde inhoud is mogelijk onjuist.">
            <a:extLst>
              <a:ext uri="{FF2B5EF4-FFF2-40B4-BE49-F238E27FC236}">
                <a16:creationId xmlns:a16="http://schemas.microsoft.com/office/drawing/2014/main" id="{A16A687B-05D0-70D4-35BA-40CC480C0F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6" y="2267152"/>
            <a:ext cx="2838855" cy="283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6588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20161</TotalTime>
  <Words>1987</Words>
  <Application>Microsoft Office PowerPoint</Application>
  <PresentationFormat>Breedbeeld</PresentationFormat>
  <Paragraphs>330</Paragraphs>
  <Slides>36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36</vt:i4>
      </vt:variant>
    </vt:vector>
  </HeadingPairs>
  <TitlesOfParts>
    <vt:vector size="43" baseType="lpstr">
      <vt:lpstr>Abadi Extra Light</vt:lpstr>
      <vt:lpstr>ADLaM Display</vt:lpstr>
      <vt:lpstr>Aptos</vt:lpstr>
      <vt:lpstr>Aptos Display</vt:lpstr>
      <vt:lpstr>Arial</vt:lpstr>
      <vt:lpstr>DM Sans</vt:lpstr>
      <vt:lpstr>Kantoorthema</vt:lpstr>
      <vt:lpstr>The path to Bundle your Databricks projects</vt:lpstr>
      <vt:lpstr>PowerPoint-presentatie</vt:lpstr>
      <vt:lpstr>Why am I talking about Databricks Asset Bundles (DABS)?</vt:lpstr>
      <vt:lpstr>Where is DABS coming from?</vt:lpstr>
      <vt:lpstr>When to use it?</vt:lpstr>
      <vt:lpstr>DABS Architecture</vt:lpstr>
      <vt:lpstr>The path</vt:lpstr>
      <vt:lpstr>Imagine that you are walking a path for the first time.</vt:lpstr>
      <vt:lpstr>Landmarks to look for</vt:lpstr>
      <vt:lpstr>The landmarks</vt:lpstr>
      <vt:lpstr>The path</vt:lpstr>
      <vt:lpstr>The path</vt:lpstr>
      <vt:lpstr>What is my current Landscape?</vt:lpstr>
      <vt:lpstr>How do I store my code now?</vt:lpstr>
      <vt:lpstr>Do I have Unity Catalog ?</vt:lpstr>
      <vt:lpstr>Demo time</vt:lpstr>
      <vt:lpstr>What does DABS offer?</vt:lpstr>
      <vt:lpstr>What does DABS offer?</vt:lpstr>
      <vt:lpstr>What are DABS prerequisites?</vt:lpstr>
      <vt:lpstr>PowerPoint-presentatie</vt:lpstr>
      <vt:lpstr>Demo time</vt:lpstr>
      <vt:lpstr>PowerPoint-presentatie</vt:lpstr>
      <vt:lpstr>Databricks Terraform provider</vt:lpstr>
      <vt:lpstr>TF Deployment strategy</vt:lpstr>
      <vt:lpstr>Show time</vt:lpstr>
      <vt:lpstr>PowerPoint-presentatie</vt:lpstr>
      <vt:lpstr>PowerPoint-presentatie</vt:lpstr>
      <vt:lpstr>PowerPoint-presentatie</vt:lpstr>
      <vt:lpstr>PowerPoint-presentatie</vt:lpstr>
      <vt:lpstr>Approach to secure your TF State file</vt:lpstr>
      <vt:lpstr>Show time</vt:lpstr>
      <vt:lpstr>Wrap up</vt:lpstr>
      <vt:lpstr>Wrap up</vt:lpstr>
      <vt:lpstr>References</vt:lpstr>
      <vt:lpstr>Thank you!</vt:lpstr>
      <vt:lpstr>Please give your feedback  via SQL Bits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Gutierrez</dc:creator>
  <cp:lastModifiedBy>Fabian Gutierrez</cp:lastModifiedBy>
  <cp:revision>1</cp:revision>
  <dcterms:created xsi:type="dcterms:W3CDTF">2025-03-25T08:43:13Z</dcterms:created>
  <dcterms:modified xsi:type="dcterms:W3CDTF">2025-06-20T08:25:43Z</dcterms:modified>
</cp:coreProperties>
</file>